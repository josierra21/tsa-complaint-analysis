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292" r:id="rId5"/>
    <p:sldId id="276" r:id="rId6"/>
    <p:sldId id="278" r:id="rId7"/>
    <p:sldId id="279" r:id="rId8"/>
    <p:sldId id="275" r:id="rId9"/>
    <p:sldId id="277" r:id="rId10"/>
    <p:sldId id="295" r:id="rId11"/>
    <p:sldId id="294" r:id="rId12"/>
    <p:sldId id="296" r:id="rId13"/>
    <p:sldId id="297"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46992"/>
    <a:srgbClr val="AEC2D8"/>
    <a:srgbClr val="98432A"/>
    <a:srgbClr val="D84400"/>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04E144-642A-49A1-B024-7F5BD5EC7274}" v="34" dt="2025-11-17T04:56:02.872"/>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634"/>
  </p:normalViewPr>
  <p:slideViewPr>
    <p:cSldViewPr snapToGrid="0" showGuides="1">
      <p:cViewPr varScale="1">
        <p:scale>
          <a:sx n="108" d="100"/>
          <a:sy n="108" d="100"/>
        </p:scale>
        <p:origin x="1362" y="108"/>
      </p:cViewPr>
      <p:guideLst>
        <p:guide orient="horz" pos="1536"/>
        <p:guide pos="312"/>
      </p:guideLst>
    </p:cSldViewPr>
  </p:slideViewPr>
  <p:outlineViewPr>
    <p:cViewPr>
      <p:scale>
        <a:sx n="33" d="100"/>
        <a:sy n="33" d="100"/>
      </p:scale>
      <p:origin x="0" y="-1616"/>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anna Sierra-Mendoza" userId="8bc41486-e0c6-4f4d-a2a1-2332377045ea" providerId="ADAL" clId="{1553E09D-02B1-4DBB-8277-1E9F243F51C4}"/>
    <pc:docChg chg="undo custSel addSld delSld modSld sldOrd">
      <pc:chgData name="Joanna Sierra-Mendoza" userId="8bc41486-e0c6-4f4d-a2a1-2332377045ea" providerId="ADAL" clId="{1553E09D-02B1-4DBB-8277-1E9F243F51C4}" dt="2025-11-17T04:56:02.872" v="6959"/>
      <pc:docMkLst>
        <pc:docMk/>
      </pc:docMkLst>
      <pc:sldChg chg="addSp delSp modSp mod setBg modClrScheme chgLayout">
        <pc:chgData name="Joanna Sierra-Mendoza" userId="8bc41486-e0c6-4f4d-a2a1-2332377045ea" providerId="ADAL" clId="{1553E09D-02B1-4DBB-8277-1E9F243F51C4}" dt="2025-11-17T04:55:41.997" v="6956"/>
        <pc:sldMkLst>
          <pc:docMk/>
          <pc:sldMk cId="2775535166" sldId="275"/>
        </pc:sldMkLst>
        <pc:spChg chg="add del mod ord">
          <ac:chgData name="Joanna Sierra-Mendoza" userId="8bc41486-e0c6-4f4d-a2a1-2332377045ea" providerId="ADAL" clId="{1553E09D-02B1-4DBB-8277-1E9F243F51C4}" dt="2025-11-16T23:01:04.629" v="1336" actId="700"/>
          <ac:spMkLst>
            <pc:docMk/>
            <pc:sldMk cId="2775535166" sldId="275"/>
            <ac:spMk id="2" creationId="{598C838E-A7AC-2013-7826-FEDD50527A09}"/>
          </ac:spMkLst>
        </pc:spChg>
        <pc:spChg chg="add del mod ord">
          <ac:chgData name="Joanna Sierra-Mendoza" userId="8bc41486-e0c6-4f4d-a2a1-2332377045ea" providerId="ADAL" clId="{1553E09D-02B1-4DBB-8277-1E9F243F51C4}" dt="2025-11-16T23:01:12.157" v="1337" actId="700"/>
          <ac:spMkLst>
            <pc:docMk/>
            <pc:sldMk cId="2775535166" sldId="275"/>
            <ac:spMk id="3" creationId="{E228055A-9A71-A5BF-B5C3-E74DA8A6EB55}"/>
          </ac:spMkLst>
        </pc:spChg>
        <pc:spChg chg="add del mod ord">
          <ac:chgData name="Joanna Sierra-Mendoza" userId="8bc41486-e0c6-4f4d-a2a1-2332377045ea" providerId="ADAL" clId="{1553E09D-02B1-4DBB-8277-1E9F243F51C4}" dt="2025-11-16T23:04:56.577" v="1390" actId="478"/>
          <ac:spMkLst>
            <pc:docMk/>
            <pc:sldMk cId="2775535166" sldId="275"/>
            <ac:spMk id="4" creationId="{054E8BD9-D58E-C341-01F5-346E134EA5E5}"/>
          </ac:spMkLst>
        </pc:spChg>
        <pc:spChg chg="add mod">
          <ac:chgData name="Joanna Sierra-Mendoza" userId="8bc41486-e0c6-4f4d-a2a1-2332377045ea" providerId="ADAL" clId="{1553E09D-02B1-4DBB-8277-1E9F243F51C4}" dt="2025-11-16T23:09:44.280" v="2373" actId="1076"/>
          <ac:spMkLst>
            <pc:docMk/>
            <pc:sldMk cId="2775535166" sldId="275"/>
            <ac:spMk id="7" creationId="{F8D97075-DF34-BA5E-6D3B-2A49C6F7BF9B}"/>
          </ac:spMkLst>
        </pc:spChg>
        <pc:spChg chg="del mod ord">
          <ac:chgData name="Joanna Sierra-Mendoza" userId="8bc41486-e0c6-4f4d-a2a1-2332377045ea" providerId="ADAL" clId="{1553E09D-02B1-4DBB-8277-1E9F243F51C4}" dt="2025-11-16T23:01:28.688" v="1343" actId="478"/>
          <ac:spMkLst>
            <pc:docMk/>
            <pc:sldMk cId="2775535166" sldId="275"/>
            <ac:spMk id="8" creationId="{D36D0CF6-7418-9349-F7A8-045EA96B2D03}"/>
          </ac:spMkLst>
        </pc:spChg>
        <pc:spChg chg="del mod ord">
          <ac:chgData name="Joanna Sierra-Mendoza" userId="8bc41486-e0c6-4f4d-a2a1-2332377045ea" providerId="ADAL" clId="{1553E09D-02B1-4DBB-8277-1E9F243F51C4}" dt="2025-11-16T23:01:14.975" v="1338" actId="478"/>
          <ac:spMkLst>
            <pc:docMk/>
            <pc:sldMk cId="2775535166" sldId="275"/>
            <ac:spMk id="9" creationId="{78024C77-A2F8-1ABA-5412-E6BB88B5FA1B}"/>
          </ac:spMkLst>
        </pc:spChg>
        <pc:spChg chg="mod ord">
          <ac:chgData name="Joanna Sierra-Mendoza" userId="8bc41486-e0c6-4f4d-a2a1-2332377045ea" providerId="ADAL" clId="{1553E09D-02B1-4DBB-8277-1E9F243F51C4}" dt="2025-11-16T23:01:12.157" v="1337" actId="700"/>
          <ac:spMkLst>
            <pc:docMk/>
            <pc:sldMk cId="2775535166" sldId="275"/>
            <ac:spMk id="10" creationId="{CBE681AB-301C-4DC8-7FBD-FAA2CC6606AE}"/>
          </ac:spMkLst>
        </pc:spChg>
        <pc:spChg chg="del mod ord">
          <ac:chgData name="Joanna Sierra-Mendoza" userId="8bc41486-e0c6-4f4d-a2a1-2332377045ea" providerId="ADAL" clId="{1553E09D-02B1-4DBB-8277-1E9F243F51C4}" dt="2025-11-16T23:01:17.040" v="1339" actId="478"/>
          <ac:spMkLst>
            <pc:docMk/>
            <pc:sldMk cId="2775535166" sldId="275"/>
            <ac:spMk id="16" creationId="{8FEA3BB9-F064-CFBE-C0BE-BB7A22A4DCFC}"/>
          </ac:spMkLst>
        </pc:spChg>
        <pc:spChg chg="del mod ord">
          <ac:chgData name="Joanna Sierra-Mendoza" userId="8bc41486-e0c6-4f4d-a2a1-2332377045ea" providerId="ADAL" clId="{1553E09D-02B1-4DBB-8277-1E9F243F51C4}" dt="2025-11-16T23:01:19.151" v="1340" actId="478"/>
          <ac:spMkLst>
            <pc:docMk/>
            <pc:sldMk cId="2775535166" sldId="275"/>
            <ac:spMk id="18" creationId="{241202DB-E499-EB19-8A48-A3301DA59ED7}"/>
          </ac:spMkLst>
        </pc:spChg>
        <pc:spChg chg="mod ord">
          <ac:chgData name="Joanna Sierra-Mendoza" userId="8bc41486-e0c6-4f4d-a2a1-2332377045ea" providerId="ADAL" clId="{1553E09D-02B1-4DBB-8277-1E9F243F51C4}" dt="2025-11-16T23:04:52.975" v="1388" actId="20577"/>
          <ac:spMkLst>
            <pc:docMk/>
            <pc:sldMk cId="2775535166" sldId="275"/>
            <ac:spMk id="19" creationId="{5DF64211-DCD8-B458-DBD2-EBDA7AE3396F}"/>
          </ac:spMkLst>
        </pc:spChg>
        <pc:spChg chg="del mod ord">
          <ac:chgData name="Joanna Sierra-Mendoza" userId="8bc41486-e0c6-4f4d-a2a1-2332377045ea" providerId="ADAL" clId="{1553E09D-02B1-4DBB-8277-1E9F243F51C4}" dt="2025-11-16T23:01:21.079" v="1341" actId="478"/>
          <ac:spMkLst>
            <pc:docMk/>
            <pc:sldMk cId="2775535166" sldId="275"/>
            <ac:spMk id="22" creationId="{D5402852-C1AD-6A4E-DAA7-0AE582A742FD}"/>
          </ac:spMkLst>
        </pc:spChg>
        <pc:spChg chg="del mod ord">
          <ac:chgData name="Joanna Sierra-Mendoza" userId="8bc41486-e0c6-4f4d-a2a1-2332377045ea" providerId="ADAL" clId="{1553E09D-02B1-4DBB-8277-1E9F243F51C4}" dt="2025-11-16T23:01:23.976" v="1342" actId="478"/>
          <ac:spMkLst>
            <pc:docMk/>
            <pc:sldMk cId="2775535166" sldId="275"/>
            <ac:spMk id="24" creationId="{ABF1D337-2A3C-A0FB-A6CD-5E4B9D6DFD91}"/>
          </ac:spMkLst>
        </pc:spChg>
        <pc:picChg chg="add mod">
          <ac:chgData name="Joanna Sierra-Mendoza" userId="8bc41486-e0c6-4f4d-a2a1-2332377045ea" providerId="ADAL" clId="{1553E09D-02B1-4DBB-8277-1E9F243F51C4}" dt="2025-11-16T23:05:42.384" v="1399" actId="1076"/>
          <ac:picMkLst>
            <pc:docMk/>
            <pc:sldMk cId="2775535166" sldId="275"/>
            <ac:picMk id="6" creationId="{F57C3068-6452-8ED7-D047-A7364DD393A2}"/>
          </ac:picMkLst>
        </pc:picChg>
      </pc:sldChg>
      <pc:sldChg chg="addSp delSp modSp mod setBg modClrScheme chgLayout">
        <pc:chgData name="Joanna Sierra-Mendoza" userId="8bc41486-e0c6-4f4d-a2a1-2332377045ea" providerId="ADAL" clId="{1553E09D-02B1-4DBB-8277-1E9F243F51C4}" dt="2025-11-17T04:55:48.629" v="6957"/>
        <pc:sldMkLst>
          <pc:docMk/>
          <pc:sldMk cId="2478079616" sldId="277"/>
        </pc:sldMkLst>
        <pc:spChg chg="add del mod">
          <ac:chgData name="Joanna Sierra-Mendoza" userId="8bc41486-e0c6-4f4d-a2a1-2332377045ea" providerId="ADAL" clId="{1553E09D-02B1-4DBB-8277-1E9F243F51C4}" dt="2025-11-16T23:10:25.992" v="2377" actId="478"/>
          <ac:spMkLst>
            <pc:docMk/>
            <pc:sldMk cId="2478079616" sldId="277"/>
            <ac:spMk id="3" creationId="{B40BC84D-DAA7-6F5C-083F-48FAB707D26E}"/>
          </ac:spMkLst>
        </pc:spChg>
        <pc:spChg chg="add del mod">
          <ac:chgData name="Joanna Sierra-Mendoza" userId="8bc41486-e0c6-4f4d-a2a1-2332377045ea" providerId="ADAL" clId="{1553E09D-02B1-4DBB-8277-1E9F243F51C4}" dt="2025-11-16T23:12:00.492" v="2457"/>
          <ac:spMkLst>
            <pc:docMk/>
            <pc:sldMk cId="2478079616" sldId="277"/>
            <ac:spMk id="6" creationId="{F466BEA9-C645-E2F9-DC1A-BC6C8BFDEFFA}"/>
          </ac:spMkLst>
        </pc:spChg>
        <pc:spChg chg="add del mod">
          <ac:chgData name="Joanna Sierra-Mendoza" userId="8bc41486-e0c6-4f4d-a2a1-2332377045ea" providerId="ADAL" clId="{1553E09D-02B1-4DBB-8277-1E9F243F51C4}" dt="2025-11-16T23:12:11.154" v="2460"/>
          <ac:spMkLst>
            <pc:docMk/>
            <pc:sldMk cId="2478079616" sldId="277"/>
            <ac:spMk id="7" creationId="{C515266D-DDC3-A069-6B9E-56BFEE6B3F01}"/>
          </ac:spMkLst>
        </pc:spChg>
        <pc:spChg chg="add mod">
          <ac:chgData name="Joanna Sierra-Mendoza" userId="8bc41486-e0c6-4f4d-a2a1-2332377045ea" providerId="ADAL" clId="{1553E09D-02B1-4DBB-8277-1E9F243F51C4}" dt="2025-11-16T23:16:28.331" v="3422" actId="20577"/>
          <ac:spMkLst>
            <pc:docMk/>
            <pc:sldMk cId="2478079616" sldId="277"/>
            <ac:spMk id="8" creationId="{79AC08D9-7920-6E46-1D65-E8BB08D60EB5}"/>
          </ac:spMkLst>
        </pc:spChg>
        <pc:spChg chg="del mod ord">
          <ac:chgData name="Joanna Sierra-Mendoza" userId="8bc41486-e0c6-4f4d-a2a1-2332377045ea" providerId="ADAL" clId="{1553E09D-02B1-4DBB-8277-1E9F243F51C4}" dt="2025-11-16T23:10:19.857" v="2375" actId="478"/>
          <ac:spMkLst>
            <pc:docMk/>
            <pc:sldMk cId="2478079616" sldId="277"/>
            <ac:spMk id="19" creationId="{FC101F03-8617-09D4-619B-F38E2F0A4F15}"/>
          </ac:spMkLst>
        </pc:spChg>
        <pc:spChg chg="mod ord">
          <ac:chgData name="Joanna Sierra-Mendoza" userId="8bc41486-e0c6-4f4d-a2a1-2332377045ea" providerId="ADAL" clId="{1553E09D-02B1-4DBB-8277-1E9F243F51C4}" dt="2025-11-16T23:10:56.360" v="2445" actId="14100"/>
          <ac:spMkLst>
            <pc:docMk/>
            <pc:sldMk cId="2478079616" sldId="277"/>
            <ac:spMk id="46" creationId="{4D761329-3BEF-0173-1328-A4DB26572AFF}"/>
          </ac:spMkLst>
        </pc:spChg>
        <pc:picChg chg="add mod">
          <ac:chgData name="Joanna Sierra-Mendoza" userId="8bc41486-e0c6-4f4d-a2a1-2332377045ea" providerId="ADAL" clId="{1553E09D-02B1-4DBB-8277-1E9F243F51C4}" dt="2025-11-16T23:11:31.016" v="2448" actId="1076"/>
          <ac:picMkLst>
            <pc:docMk/>
            <pc:sldMk cId="2478079616" sldId="277"/>
            <ac:picMk id="5" creationId="{D67EE96F-CAF8-E7FB-AB3D-9FE8198B33C3}"/>
          </ac:picMkLst>
        </pc:picChg>
        <pc:picChg chg="del mod ord">
          <ac:chgData name="Joanna Sierra-Mendoza" userId="8bc41486-e0c6-4f4d-a2a1-2332377045ea" providerId="ADAL" clId="{1553E09D-02B1-4DBB-8277-1E9F243F51C4}" dt="2025-11-16T23:10:23.080" v="2376" actId="478"/>
          <ac:picMkLst>
            <pc:docMk/>
            <pc:sldMk cId="2478079616" sldId="277"/>
            <ac:picMk id="48" creationId="{6D25AB81-B10A-BD11-E8FE-ECF8CB1B12F0}"/>
          </ac:picMkLst>
        </pc:picChg>
      </pc:sldChg>
      <pc:sldChg chg="setBg">
        <pc:chgData name="Joanna Sierra-Mendoza" userId="8bc41486-e0c6-4f4d-a2a1-2332377045ea" providerId="ADAL" clId="{1553E09D-02B1-4DBB-8277-1E9F243F51C4}" dt="2025-11-17T04:55:21.511" v="6953"/>
        <pc:sldMkLst>
          <pc:docMk/>
          <pc:sldMk cId="1640288181" sldId="278"/>
        </pc:sldMkLst>
      </pc:sldChg>
      <pc:sldChg chg="addSp delSp modSp mod ord setBg">
        <pc:chgData name="Joanna Sierra-Mendoza" userId="8bc41486-e0c6-4f4d-a2a1-2332377045ea" providerId="ADAL" clId="{1553E09D-02B1-4DBB-8277-1E9F243F51C4}" dt="2025-11-17T04:55:35.336" v="6955"/>
        <pc:sldMkLst>
          <pc:docMk/>
          <pc:sldMk cId="1246021298" sldId="279"/>
        </pc:sldMkLst>
        <pc:spChg chg="mod">
          <ac:chgData name="Joanna Sierra-Mendoza" userId="8bc41486-e0c6-4f4d-a2a1-2332377045ea" providerId="ADAL" clId="{1553E09D-02B1-4DBB-8277-1E9F243F51C4}" dt="2025-11-16T22:46:14.882" v="88" actId="122"/>
          <ac:spMkLst>
            <pc:docMk/>
            <pc:sldMk cId="1246021298" sldId="279"/>
            <ac:spMk id="3" creationId="{4379BBF1-9BC2-6DCE-0154-8873469878A5}"/>
          </ac:spMkLst>
        </pc:spChg>
        <pc:spChg chg="add del mod">
          <ac:chgData name="Joanna Sierra-Mendoza" userId="8bc41486-e0c6-4f4d-a2a1-2332377045ea" providerId="ADAL" clId="{1553E09D-02B1-4DBB-8277-1E9F243F51C4}" dt="2025-11-16T22:46:21.311" v="90" actId="478"/>
          <ac:spMkLst>
            <pc:docMk/>
            <pc:sldMk cId="1246021298" sldId="279"/>
            <ac:spMk id="4" creationId="{5FBFFCB1-21B0-F274-1070-A5B164E8CCC4}"/>
          </ac:spMkLst>
        </pc:spChg>
        <pc:spChg chg="del">
          <ac:chgData name="Joanna Sierra-Mendoza" userId="8bc41486-e0c6-4f4d-a2a1-2332377045ea" providerId="ADAL" clId="{1553E09D-02B1-4DBB-8277-1E9F243F51C4}" dt="2025-11-16T22:47:17.136" v="94" actId="478"/>
          <ac:spMkLst>
            <pc:docMk/>
            <pc:sldMk cId="1246021298" sldId="279"/>
            <ac:spMk id="5" creationId="{6D18E7F7-120D-E343-B41C-E8DF89FC0F49}"/>
          </ac:spMkLst>
        </pc:spChg>
        <pc:spChg chg="add mod">
          <ac:chgData name="Joanna Sierra-Mendoza" userId="8bc41486-e0c6-4f4d-a2a1-2332377045ea" providerId="ADAL" clId="{1553E09D-02B1-4DBB-8277-1E9F243F51C4}" dt="2025-11-16T23:00:29.255" v="1334" actId="14100"/>
          <ac:spMkLst>
            <pc:docMk/>
            <pc:sldMk cId="1246021298" sldId="279"/>
            <ac:spMk id="10" creationId="{9757AD11-CF77-FCF1-0360-2A5A62FEAE51}"/>
          </ac:spMkLst>
        </pc:spChg>
        <pc:graphicFrameChg chg="del">
          <ac:chgData name="Joanna Sierra-Mendoza" userId="8bc41486-e0c6-4f4d-a2a1-2332377045ea" providerId="ADAL" clId="{1553E09D-02B1-4DBB-8277-1E9F243F51C4}" dt="2025-11-16T22:46:17.449" v="89" actId="478"/>
          <ac:graphicFrameMkLst>
            <pc:docMk/>
            <pc:sldMk cId="1246021298" sldId="279"/>
            <ac:graphicFrameMk id="8" creationId="{7E5E2BDF-8ED2-40CB-B07C-B015E1420EA8}"/>
          </ac:graphicFrameMkLst>
        </pc:graphicFrameChg>
        <pc:picChg chg="add mod">
          <ac:chgData name="Joanna Sierra-Mendoza" userId="8bc41486-e0c6-4f4d-a2a1-2332377045ea" providerId="ADAL" clId="{1553E09D-02B1-4DBB-8277-1E9F243F51C4}" dt="2025-11-16T23:00:23.903" v="1333" actId="14100"/>
          <ac:picMkLst>
            <pc:docMk/>
            <pc:sldMk cId="1246021298" sldId="279"/>
            <ac:picMk id="9" creationId="{EF6D9E5E-A7EA-6F02-F18A-4CF3DC86F225}"/>
          </ac:picMkLst>
        </pc:picChg>
      </pc:sldChg>
      <pc:sldChg chg="modSp del mod ord modClrScheme chgLayout">
        <pc:chgData name="Joanna Sierra-Mendoza" userId="8bc41486-e0c6-4f4d-a2a1-2332377045ea" providerId="ADAL" clId="{1553E09D-02B1-4DBB-8277-1E9F243F51C4}" dt="2025-11-16T23:18:51.665" v="3600" actId="47"/>
        <pc:sldMkLst>
          <pc:docMk/>
          <pc:sldMk cId="2107888131" sldId="281"/>
        </pc:sldMkLst>
        <pc:spChg chg="mod ord">
          <ac:chgData name="Joanna Sierra-Mendoza" userId="8bc41486-e0c6-4f4d-a2a1-2332377045ea" providerId="ADAL" clId="{1553E09D-02B1-4DBB-8277-1E9F243F51C4}" dt="2025-11-16T23:18:25.275" v="3596" actId="700"/>
          <ac:spMkLst>
            <pc:docMk/>
            <pc:sldMk cId="2107888131" sldId="281"/>
            <ac:spMk id="3" creationId="{DB6BD53F-D255-3797-F9DC-749DBF8EDF8B}"/>
          </ac:spMkLst>
        </pc:spChg>
        <pc:spChg chg="mod ord">
          <ac:chgData name="Joanna Sierra-Mendoza" userId="8bc41486-e0c6-4f4d-a2a1-2332377045ea" providerId="ADAL" clId="{1553E09D-02B1-4DBB-8277-1E9F243F51C4}" dt="2025-11-16T23:18:25.275" v="3596" actId="700"/>
          <ac:spMkLst>
            <pc:docMk/>
            <pc:sldMk cId="2107888131" sldId="281"/>
            <ac:spMk id="5" creationId="{E527BA33-7687-746F-7A99-5769ACAA19DD}"/>
          </ac:spMkLst>
        </pc:spChg>
        <pc:spChg chg="mod ord">
          <ac:chgData name="Joanna Sierra-Mendoza" userId="8bc41486-e0c6-4f4d-a2a1-2332377045ea" providerId="ADAL" clId="{1553E09D-02B1-4DBB-8277-1E9F243F51C4}" dt="2025-11-16T23:18:25.275" v="3596" actId="700"/>
          <ac:spMkLst>
            <pc:docMk/>
            <pc:sldMk cId="2107888131" sldId="281"/>
            <ac:spMk id="6" creationId="{0FAB8CE6-4705-57FA-7F0F-F4A5C574996B}"/>
          </ac:spMkLst>
        </pc:spChg>
        <pc:spChg chg="mod ord">
          <ac:chgData name="Joanna Sierra-Mendoza" userId="8bc41486-e0c6-4f4d-a2a1-2332377045ea" providerId="ADAL" clId="{1553E09D-02B1-4DBB-8277-1E9F243F51C4}" dt="2025-11-16T23:18:25.275" v="3596" actId="700"/>
          <ac:spMkLst>
            <pc:docMk/>
            <pc:sldMk cId="2107888131" sldId="281"/>
            <ac:spMk id="9" creationId="{2C77216C-99F2-F20D-361E-FC77B2A1C2D5}"/>
          </ac:spMkLst>
        </pc:spChg>
        <pc:spChg chg="mod ord">
          <ac:chgData name="Joanna Sierra-Mendoza" userId="8bc41486-e0c6-4f4d-a2a1-2332377045ea" providerId="ADAL" clId="{1553E09D-02B1-4DBB-8277-1E9F243F51C4}" dt="2025-11-16T23:18:25.275" v="3596" actId="700"/>
          <ac:spMkLst>
            <pc:docMk/>
            <pc:sldMk cId="2107888131" sldId="281"/>
            <ac:spMk id="12" creationId="{B673DA38-7DA2-CC40-82FC-BFB56BC10FC1}"/>
          </ac:spMkLst>
        </pc:spChg>
        <pc:spChg chg="mod ord">
          <ac:chgData name="Joanna Sierra-Mendoza" userId="8bc41486-e0c6-4f4d-a2a1-2332377045ea" providerId="ADAL" clId="{1553E09D-02B1-4DBB-8277-1E9F243F51C4}" dt="2025-11-16T23:18:25.275" v="3596" actId="700"/>
          <ac:spMkLst>
            <pc:docMk/>
            <pc:sldMk cId="2107888131" sldId="281"/>
            <ac:spMk id="22" creationId="{A386226D-550B-455D-862A-19F0F7E85FDF}"/>
          </ac:spMkLst>
        </pc:spChg>
        <pc:spChg chg="mod ord">
          <ac:chgData name="Joanna Sierra-Mendoza" userId="8bc41486-e0c6-4f4d-a2a1-2332377045ea" providerId="ADAL" clId="{1553E09D-02B1-4DBB-8277-1E9F243F51C4}" dt="2025-11-16T23:18:25.275" v="3596" actId="700"/>
          <ac:spMkLst>
            <pc:docMk/>
            <pc:sldMk cId="2107888131" sldId="281"/>
            <ac:spMk id="24" creationId="{517DFAED-4F69-372D-790F-14ABD197D926}"/>
          </ac:spMkLst>
        </pc:spChg>
        <pc:spChg chg="mod ord">
          <ac:chgData name="Joanna Sierra-Mendoza" userId="8bc41486-e0c6-4f4d-a2a1-2332377045ea" providerId="ADAL" clId="{1553E09D-02B1-4DBB-8277-1E9F243F51C4}" dt="2025-11-16T23:18:25.275" v="3596" actId="700"/>
          <ac:spMkLst>
            <pc:docMk/>
            <pc:sldMk cId="2107888131" sldId="281"/>
            <ac:spMk id="26" creationId="{D32E8129-4557-FB4F-128A-16770815B5B8}"/>
          </ac:spMkLst>
        </pc:spChg>
        <pc:spChg chg="mod ord">
          <ac:chgData name="Joanna Sierra-Mendoza" userId="8bc41486-e0c6-4f4d-a2a1-2332377045ea" providerId="ADAL" clId="{1553E09D-02B1-4DBB-8277-1E9F243F51C4}" dt="2025-11-16T23:18:25.275" v="3596" actId="700"/>
          <ac:spMkLst>
            <pc:docMk/>
            <pc:sldMk cId="2107888131" sldId="281"/>
            <ac:spMk id="30" creationId="{78DDF0BA-462B-C044-14AF-F2FD2BFBAE3B}"/>
          </ac:spMkLst>
        </pc:spChg>
        <pc:spChg chg="mod ord">
          <ac:chgData name="Joanna Sierra-Mendoza" userId="8bc41486-e0c6-4f4d-a2a1-2332377045ea" providerId="ADAL" clId="{1553E09D-02B1-4DBB-8277-1E9F243F51C4}" dt="2025-11-16T23:18:25.275" v="3596" actId="700"/>
          <ac:spMkLst>
            <pc:docMk/>
            <pc:sldMk cId="2107888131" sldId="281"/>
            <ac:spMk id="31" creationId="{446CC6CC-33D7-4181-9969-72896FDB1901}"/>
          </ac:spMkLst>
        </pc:spChg>
      </pc:sldChg>
      <pc:sldChg chg="del">
        <pc:chgData name="Joanna Sierra-Mendoza" userId="8bc41486-e0c6-4f4d-a2a1-2332377045ea" providerId="ADAL" clId="{1553E09D-02B1-4DBB-8277-1E9F243F51C4}" dt="2025-11-16T23:18:40.419" v="3597" actId="47"/>
        <pc:sldMkLst>
          <pc:docMk/>
          <pc:sldMk cId="3157109385" sldId="282"/>
        </pc:sldMkLst>
      </pc:sldChg>
      <pc:sldChg chg="del">
        <pc:chgData name="Joanna Sierra-Mendoza" userId="8bc41486-e0c6-4f4d-a2a1-2332377045ea" providerId="ADAL" clId="{1553E09D-02B1-4DBB-8277-1E9F243F51C4}" dt="2025-11-16T23:11:39.352" v="2449" actId="47"/>
        <pc:sldMkLst>
          <pc:docMk/>
          <pc:sldMk cId="2517140333" sldId="283"/>
        </pc:sldMkLst>
      </pc:sldChg>
      <pc:sldChg chg="del">
        <pc:chgData name="Joanna Sierra-Mendoza" userId="8bc41486-e0c6-4f4d-a2a1-2332377045ea" providerId="ADAL" clId="{1553E09D-02B1-4DBB-8277-1E9F243F51C4}" dt="2025-11-16T23:11:40.287" v="2450" actId="47"/>
        <pc:sldMkLst>
          <pc:docMk/>
          <pc:sldMk cId="2624021206" sldId="284"/>
        </pc:sldMkLst>
      </pc:sldChg>
      <pc:sldChg chg="del">
        <pc:chgData name="Joanna Sierra-Mendoza" userId="8bc41486-e0c6-4f4d-a2a1-2332377045ea" providerId="ADAL" clId="{1553E09D-02B1-4DBB-8277-1E9F243F51C4}" dt="2025-11-16T23:11:40.859" v="2451" actId="47"/>
        <pc:sldMkLst>
          <pc:docMk/>
          <pc:sldMk cId="3760906987" sldId="285"/>
        </pc:sldMkLst>
      </pc:sldChg>
      <pc:sldChg chg="del">
        <pc:chgData name="Joanna Sierra-Mendoza" userId="8bc41486-e0c6-4f4d-a2a1-2332377045ea" providerId="ADAL" clId="{1553E09D-02B1-4DBB-8277-1E9F243F51C4}" dt="2025-11-16T23:11:43.274" v="2454" actId="47"/>
        <pc:sldMkLst>
          <pc:docMk/>
          <pc:sldMk cId="4157533387" sldId="288"/>
        </pc:sldMkLst>
      </pc:sldChg>
      <pc:sldChg chg="del">
        <pc:chgData name="Joanna Sierra-Mendoza" userId="8bc41486-e0c6-4f4d-a2a1-2332377045ea" providerId="ADAL" clId="{1553E09D-02B1-4DBB-8277-1E9F243F51C4}" dt="2025-11-16T23:18:42.896" v="3598" actId="47"/>
        <pc:sldMkLst>
          <pc:docMk/>
          <pc:sldMk cId="529279411" sldId="289"/>
        </pc:sldMkLst>
      </pc:sldChg>
      <pc:sldChg chg="setBg">
        <pc:chgData name="Joanna Sierra-Mendoza" userId="8bc41486-e0c6-4f4d-a2a1-2332377045ea" providerId="ADAL" clId="{1553E09D-02B1-4DBB-8277-1E9F243F51C4}" dt="2025-11-17T04:54:36.753" v="6950"/>
        <pc:sldMkLst>
          <pc:docMk/>
          <pc:sldMk cId="3898447929" sldId="292"/>
        </pc:sldMkLst>
      </pc:sldChg>
      <pc:sldChg chg="del">
        <pc:chgData name="Joanna Sierra-Mendoza" userId="8bc41486-e0c6-4f4d-a2a1-2332377045ea" providerId="ADAL" clId="{1553E09D-02B1-4DBB-8277-1E9F243F51C4}" dt="2025-11-16T23:11:41.279" v="2452" actId="47"/>
        <pc:sldMkLst>
          <pc:docMk/>
          <pc:sldMk cId="4182148033" sldId="293"/>
        </pc:sldMkLst>
      </pc:sldChg>
      <pc:sldChg chg="addSp delSp modSp mod setBg modClrScheme chgLayout">
        <pc:chgData name="Joanna Sierra-Mendoza" userId="8bc41486-e0c6-4f4d-a2a1-2332377045ea" providerId="ADAL" clId="{1553E09D-02B1-4DBB-8277-1E9F243F51C4}" dt="2025-11-17T04:56:02.872" v="6959"/>
        <pc:sldMkLst>
          <pc:docMk/>
          <pc:sldMk cId="32955924" sldId="294"/>
        </pc:sldMkLst>
        <pc:spChg chg="add del mod ord">
          <ac:chgData name="Joanna Sierra-Mendoza" userId="8bc41486-e0c6-4f4d-a2a1-2332377045ea" providerId="ADAL" clId="{1553E09D-02B1-4DBB-8277-1E9F243F51C4}" dt="2025-11-16T23:16:51.848" v="3424" actId="478"/>
          <ac:spMkLst>
            <pc:docMk/>
            <pc:sldMk cId="32955924" sldId="294"/>
            <ac:spMk id="2" creationId="{E2A986C0-ABED-D812-F37F-C6B5D829B6D1}"/>
          </ac:spMkLst>
        </pc:spChg>
        <pc:spChg chg="del mod ord">
          <ac:chgData name="Joanna Sierra-Mendoza" userId="8bc41486-e0c6-4f4d-a2a1-2332377045ea" providerId="ADAL" clId="{1553E09D-02B1-4DBB-8277-1E9F243F51C4}" dt="2025-11-16T23:40:25.206" v="4892" actId="478"/>
          <ac:spMkLst>
            <pc:docMk/>
            <pc:sldMk cId="32955924" sldId="294"/>
            <ac:spMk id="4" creationId="{8A610345-FF40-D90A-5C88-A462A10E487B}"/>
          </ac:spMkLst>
        </pc:spChg>
        <pc:spChg chg="mod ord">
          <ac:chgData name="Joanna Sierra-Mendoza" userId="8bc41486-e0c6-4f4d-a2a1-2332377045ea" providerId="ADAL" clId="{1553E09D-02B1-4DBB-8277-1E9F243F51C4}" dt="2025-11-16T23:16:47.772" v="3423" actId="700"/>
          <ac:spMkLst>
            <pc:docMk/>
            <pc:sldMk cId="32955924" sldId="294"/>
            <ac:spMk id="5" creationId="{E31C7500-E032-DBB5-A780-8247E3B7367B}"/>
          </ac:spMkLst>
        </pc:spChg>
        <pc:spChg chg="del mod ord">
          <ac:chgData name="Joanna Sierra-Mendoza" userId="8bc41486-e0c6-4f4d-a2a1-2332377045ea" providerId="ADAL" clId="{1553E09D-02B1-4DBB-8277-1E9F243F51C4}" dt="2025-11-16T23:17:05.057" v="3428" actId="478"/>
          <ac:spMkLst>
            <pc:docMk/>
            <pc:sldMk cId="32955924" sldId="294"/>
            <ac:spMk id="6" creationId="{613663CA-BA5A-41E7-1FBE-D38846DFEF75}"/>
          </ac:spMkLst>
        </pc:spChg>
        <pc:spChg chg="add mod">
          <ac:chgData name="Joanna Sierra-Mendoza" userId="8bc41486-e0c6-4f4d-a2a1-2332377045ea" providerId="ADAL" clId="{1553E09D-02B1-4DBB-8277-1E9F243F51C4}" dt="2025-11-16T23:40:53.126" v="5012" actId="20577"/>
          <ac:spMkLst>
            <pc:docMk/>
            <pc:sldMk cId="32955924" sldId="294"/>
            <ac:spMk id="7" creationId="{E8D4C5A2-374D-0814-8956-3F1C1A493346}"/>
          </ac:spMkLst>
        </pc:spChg>
        <pc:spChg chg="add mod">
          <ac:chgData name="Joanna Sierra-Mendoza" userId="8bc41486-e0c6-4f4d-a2a1-2332377045ea" providerId="ADAL" clId="{1553E09D-02B1-4DBB-8277-1E9F243F51C4}" dt="2025-11-16T23:36:56.135" v="4265" actId="1076"/>
          <ac:spMkLst>
            <pc:docMk/>
            <pc:sldMk cId="32955924" sldId="294"/>
            <ac:spMk id="9" creationId="{7E4B890F-7C3F-0ED4-215C-426A456EE166}"/>
          </ac:spMkLst>
        </pc:spChg>
        <pc:spChg chg="del mod ord">
          <ac:chgData name="Joanna Sierra-Mendoza" userId="8bc41486-e0c6-4f4d-a2a1-2332377045ea" providerId="ADAL" clId="{1553E09D-02B1-4DBB-8277-1E9F243F51C4}" dt="2025-11-16T23:16:54.961" v="3425" actId="478"/>
          <ac:spMkLst>
            <pc:docMk/>
            <pc:sldMk cId="32955924" sldId="294"/>
            <ac:spMk id="11" creationId="{02CEC6EF-006F-693B-5D79-47FD797CB22B}"/>
          </ac:spMkLst>
        </pc:spChg>
        <pc:picChg chg="add mod modCrop">
          <ac:chgData name="Joanna Sierra-Mendoza" userId="8bc41486-e0c6-4f4d-a2a1-2332377045ea" providerId="ADAL" clId="{1553E09D-02B1-4DBB-8277-1E9F243F51C4}" dt="2025-11-16T23:41:04.494" v="5013" actId="1076"/>
          <ac:picMkLst>
            <pc:docMk/>
            <pc:sldMk cId="32955924" sldId="294"/>
            <ac:picMk id="12" creationId="{713FBFED-2675-C2AA-F78C-5DA60750DBF4}"/>
          </ac:picMkLst>
        </pc:picChg>
      </pc:sldChg>
      <pc:sldChg chg="addSp delSp modSp new mod setBg">
        <pc:chgData name="Joanna Sierra-Mendoza" userId="8bc41486-e0c6-4f4d-a2a1-2332377045ea" providerId="ADAL" clId="{1553E09D-02B1-4DBB-8277-1E9F243F51C4}" dt="2025-11-17T04:55:56.250" v="6958"/>
        <pc:sldMkLst>
          <pc:docMk/>
          <pc:sldMk cId="567211477" sldId="295"/>
        </pc:sldMkLst>
        <pc:spChg chg="mod">
          <ac:chgData name="Joanna Sierra-Mendoza" userId="8bc41486-e0c6-4f4d-a2a1-2332377045ea" providerId="ADAL" clId="{1553E09D-02B1-4DBB-8277-1E9F243F51C4}" dt="2025-11-16T23:19:36.001" v="3673" actId="14100"/>
          <ac:spMkLst>
            <pc:docMk/>
            <pc:sldMk cId="567211477" sldId="295"/>
            <ac:spMk id="2" creationId="{F5975459-FFA2-2946-569F-3912715E0E6B}"/>
          </ac:spMkLst>
        </pc:spChg>
        <pc:spChg chg="mod">
          <ac:chgData name="Joanna Sierra-Mendoza" userId="8bc41486-e0c6-4f4d-a2a1-2332377045ea" providerId="ADAL" clId="{1553E09D-02B1-4DBB-8277-1E9F243F51C4}" dt="2025-11-16T23:23:07.176" v="4254" actId="1076"/>
          <ac:spMkLst>
            <pc:docMk/>
            <pc:sldMk cId="567211477" sldId="295"/>
            <ac:spMk id="3" creationId="{D308F283-843F-8B3D-2814-B079308228DA}"/>
          </ac:spMkLst>
        </pc:spChg>
        <pc:spChg chg="del">
          <ac:chgData name="Joanna Sierra-Mendoza" userId="8bc41486-e0c6-4f4d-a2a1-2332377045ea" providerId="ADAL" clId="{1553E09D-02B1-4DBB-8277-1E9F243F51C4}" dt="2025-11-16T23:20:31.744" v="3682" actId="478"/>
          <ac:spMkLst>
            <pc:docMk/>
            <pc:sldMk cId="567211477" sldId="295"/>
            <ac:spMk id="4" creationId="{32D93215-7111-FAD7-ADBB-98252889B352}"/>
          </ac:spMkLst>
        </pc:spChg>
        <pc:picChg chg="add mod">
          <ac:chgData name="Joanna Sierra-Mendoza" userId="8bc41486-e0c6-4f4d-a2a1-2332377045ea" providerId="ADAL" clId="{1553E09D-02B1-4DBB-8277-1E9F243F51C4}" dt="2025-11-16T23:20:35.816" v="3683" actId="14100"/>
          <ac:picMkLst>
            <pc:docMk/>
            <pc:sldMk cId="567211477" sldId="295"/>
            <ac:picMk id="7" creationId="{F793CE96-ECFB-01D5-660A-12CBD239EC2A}"/>
          </ac:picMkLst>
        </pc:picChg>
      </pc:sldChg>
      <pc:sldChg chg="del">
        <pc:chgData name="Joanna Sierra-Mendoza" userId="8bc41486-e0c6-4f4d-a2a1-2332377045ea" providerId="ADAL" clId="{1553E09D-02B1-4DBB-8277-1E9F243F51C4}" dt="2025-11-16T23:11:41.643" v="2453" actId="47"/>
        <pc:sldMkLst>
          <pc:docMk/>
          <pc:sldMk cId="2519727083" sldId="295"/>
        </pc:sldMkLst>
      </pc:sldChg>
      <pc:sldChg chg="addSp delSp modSp new mod">
        <pc:chgData name="Joanna Sierra-Mendoza" userId="8bc41486-e0c6-4f4d-a2a1-2332377045ea" providerId="ADAL" clId="{1553E09D-02B1-4DBB-8277-1E9F243F51C4}" dt="2025-11-16T23:59:01.142" v="6931" actId="20577"/>
        <pc:sldMkLst>
          <pc:docMk/>
          <pc:sldMk cId="3822986307" sldId="296"/>
        </pc:sldMkLst>
        <pc:spChg chg="add del">
          <ac:chgData name="Joanna Sierra-Mendoza" userId="8bc41486-e0c6-4f4d-a2a1-2332377045ea" providerId="ADAL" clId="{1553E09D-02B1-4DBB-8277-1E9F243F51C4}" dt="2025-11-16T23:46:26.420" v="5111" actId="931"/>
          <ac:spMkLst>
            <pc:docMk/>
            <pc:sldMk cId="3822986307" sldId="296"/>
            <ac:spMk id="2" creationId="{D17CC146-913F-93C8-8D9D-B293068FC77E}"/>
          </ac:spMkLst>
        </pc:spChg>
        <pc:spChg chg="mod">
          <ac:chgData name="Joanna Sierra-Mendoza" userId="8bc41486-e0c6-4f4d-a2a1-2332377045ea" providerId="ADAL" clId="{1553E09D-02B1-4DBB-8277-1E9F243F51C4}" dt="2025-11-16T23:59:01.142" v="6931" actId="20577"/>
          <ac:spMkLst>
            <pc:docMk/>
            <pc:sldMk cId="3822986307" sldId="296"/>
            <ac:spMk id="3" creationId="{A94639A2-74B8-1BE6-901E-B893861F6594}"/>
          </ac:spMkLst>
        </pc:spChg>
        <pc:spChg chg="mod">
          <ac:chgData name="Joanna Sierra-Mendoza" userId="8bc41486-e0c6-4f4d-a2a1-2332377045ea" providerId="ADAL" clId="{1553E09D-02B1-4DBB-8277-1E9F243F51C4}" dt="2025-11-16T23:47:51.182" v="5189" actId="20577"/>
          <ac:spMkLst>
            <pc:docMk/>
            <pc:sldMk cId="3822986307" sldId="296"/>
            <ac:spMk id="4" creationId="{F92CFC3F-750F-A36B-557A-C095583D7F4A}"/>
          </ac:spMkLst>
        </pc:spChg>
        <pc:spChg chg="del">
          <ac:chgData name="Joanna Sierra-Mendoza" userId="8bc41486-e0c6-4f4d-a2a1-2332377045ea" providerId="ADAL" clId="{1553E09D-02B1-4DBB-8277-1E9F243F51C4}" dt="2025-11-16T23:42:17.687" v="5086" actId="478"/>
          <ac:spMkLst>
            <pc:docMk/>
            <pc:sldMk cId="3822986307" sldId="296"/>
            <ac:spMk id="5" creationId="{4DFF6524-CBAC-EEC1-2FE6-326F70D86C1D}"/>
          </ac:spMkLst>
        </pc:spChg>
        <pc:spChg chg="add mod">
          <ac:chgData name="Joanna Sierra-Mendoza" userId="8bc41486-e0c6-4f4d-a2a1-2332377045ea" providerId="ADAL" clId="{1553E09D-02B1-4DBB-8277-1E9F243F51C4}" dt="2025-11-16T23:44:29.184" v="5093" actId="931"/>
          <ac:spMkLst>
            <pc:docMk/>
            <pc:sldMk cId="3822986307" sldId="296"/>
            <ac:spMk id="9" creationId="{CD46DCC9-32F7-196F-8E2E-9EBE61E0E2E4}"/>
          </ac:spMkLst>
        </pc:spChg>
        <pc:spChg chg="add mod">
          <ac:chgData name="Joanna Sierra-Mendoza" userId="8bc41486-e0c6-4f4d-a2a1-2332377045ea" providerId="ADAL" clId="{1553E09D-02B1-4DBB-8277-1E9F243F51C4}" dt="2025-11-16T23:44:45.831" v="5098" actId="931"/>
          <ac:spMkLst>
            <pc:docMk/>
            <pc:sldMk cId="3822986307" sldId="296"/>
            <ac:spMk id="12" creationId="{96B2EB3C-147D-5F4A-9CE4-59FF4B84CF63}"/>
          </ac:spMkLst>
        </pc:spChg>
        <pc:spChg chg="add mod">
          <ac:chgData name="Joanna Sierra-Mendoza" userId="8bc41486-e0c6-4f4d-a2a1-2332377045ea" providerId="ADAL" clId="{1553E09D-02B1-4DBB-8277-1E9F243F51C4}" dt="2025-11-16T23:45:36.304" v="5105" actId="931"/>
          <ac:spMkLst>
            <pc:docMk/>
            <pc:sldMk cId="3822986307" sldId="296"/>
            <ac:spMk id="15" creationId="{97812374-43BF-0819-09EF-987B46238067}"/>
          </ac:spMkLst>
        </pc:spChg>
        <pc:spChg chg="add mod">
          <ac:chgData name="Joanna Sierra-Mendoza" userId="8bc41486-e0c6-4f4d-a2a1-2332377045ea" providerId="ADAL" clId="{1553E09D-02B1-4DBB-8277-1E9F243F51C4}" dt="2025-11-16T23:45:57.730" v="5110" actId="931"/>
          <ac:spMkLst>
            <pc:docMk/>
            <pc:sldMk cId="3822986307" sldId="296"/>
            <ac:spMk id="18" creationId="{600033A5-97CE-7D01-C1A0-C6AA3238FDA7}"/>
          </ac:spMkLst>
        </pc:spChg>
        <pc:picChg chg="add mod">
          <ac:chgData name="Joanna Sierra-Mendoza" userId="8bc41486-e0c6-4f4d-a2a1-2332377045ea" providerId="ADAL" clId="{1553E09D-02B1-4DBB-8277-1E9F243F51C4}" dt="2025-11-16T23:44:29.184" v="5093" actId="931"/>
          <ac:picMkLst>
            <pc:docMk/>
            <pc:sldMk cId="3822986307" sldId="296"/>
            <ac:picMk id="8" creationId="{B066C709-370A-6DDB-F9B5-0B37CDD86ABC}"/>
          </ac:picMkLst>
        </pc:picChg>
        <pc:picChg chg="add mod">
          <ac:chgData name="Joanna Sierra-Mendoza" userId="8bc41486-e0c6-4f4d-a2a1-2332377045ea" providerId="ADAL" clId="{1553E09D-02B1-4DBB-8277-1E9F243F51C4}" dt="2025-11-16T23:44:45.831" v="5098" actId="931"/>
          <ac:picMkLst>
            <pc:docMk/>
            <pc:sldMk cId="3822986307" sldId="296"/>
            <ac:picMk id="11" creationId="{EADAE17B-17A8-C36F-9875-C85C61D85FFB}"/>
          </ac:picMkLst>
        </pc:picChg>
        <pc:picChg chg="add mod">
          <ac:chgData name="Joanna Sierra-Mendoza" userId="8bc41486-e0c6-4f4d-a2a1-2332377045ea" providerId="ADAL" clId="{1553E09D-02B1-4DBB-8277-1E9F243F51C4}" dt="2025-11-16T23:45:36.304" v="5105" actId="931"/>
          <ac:picMkLst>
            <pc:docMk/>
            <pc:sldMk cId="3822986307" sldId="296"/>
            <ac:picMk id="14" creationId="{454A4B75-F5E7-3C7C-6A84-96A1869522C9}"/>
          </ac:picMkLst>
        </pc:picChg>
        <pc:picChg chg="add mod">
          <ac:chgData name="Joanna Sierra-Mendoza" userId="8bc41486-e0c6-4f4d-a2a1-2332377045ea" providerId="ADAL" clId="{1553E09D-02B1-4DBB-8277-1E9F243F51C4}" dt="2025-11-16T23:45:57.730" v="5110" actId="931"/>
          <ac:picMkLst>
            <pc:docMk/>
            <pc:sldMk cId="3822986307" sldId="296"/>
            <ac:picMk id="17" creationId="{498A6588-97FB-398B-A562-556C23AE0C99}"/>
          </ac:picMkLst>
        </pc:picChg>
        <pc:picChg chg="add mod">
          <ac:chgData name="Joanna Sierra-Mendoza" userId="8bc41486-e0c6-4f4d-a2a1-2332377045ea" providerId="ADAL" clId="{1553E09D-02B1-4DBB-8277-1E9F243F51C4}" dt="2025-11-16T23:46:27.306" v="5113" actId="962"/>
          <ac:picMkLst>
            <pc:docMk/>
            <pc:sldMk cId="3822986307" sldId="296"/>
            <ac:picMk id="20" creationId="{9B1A1746-DA66-3F0B-435E-953DD241DDF5}"/>
          </ac:picMkLst>
        </pc:picChg>
      </pc:sldChg>
      <pc:sldChg chg="modSp new mod">
        <pc:chgData name="Joanna Sierra-Mendoza" userId="8bc41486-e0c6-4f4d-a2a1-2332377045ea" providerId="ADAL" clId="{1553E09D-02B1-4DBB-8277-1E9F243F51C4}" dt="2025-11-17T00:02:19.563" v="6949"/>
        <pc:sldMkLst>
          <pc:docMk/>
          <pc:sldMk cId="2722559641" sldId="297"/>
        </pc:sldMkLst>
        <pc:spChg chg="mod">
          <ac:chgData name="Joanna Sierra-Mendoza" userId="8bc41486-e0c6-4f4d-a2a1-2332377045ea" providerId="ADAL" clId="{1553E09D-02B1-4DBB-8277-1E9F243F51C4}" dt="2025-11-16T23:59:51.158" v="6940" actId="20577"/>
          <ac:spMkLst>
            <pc:docMk/>
            <pc:sldMk cId="2722559641" sldId="297"/>
            <ac:spMk id="2" creationId="{E4BCB1ED-F730-D21F-937B-9B8CC9BF2947}"/>
          </ac:spMkLst>
        </pc:spChg>
        <pc:spChg chg="mod">
          <ac:chgData name="Joanna Sierra-Mendoza" userId="8bc41486-e0c6-4f4d-a2a1-2332377045ea" providerId="ADAL" clId="{1553E09D-02B1-4DBB-8277-1E9F243F51C4}" dt="2025-11-17T00:02:19.563" v="6949"/>
          <ac:spMkLst>
            <pc:docMk/>
            <pc:sldMk cId="2722559641" sldId="297"/>
            <ac:spMk id="3" creationId="{878FED40-E6BB-987C-8490-94734E56E62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11/16/2025</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A894A48D-3417-BE20-3062-A366096904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AC9ED954-709D-51DC-3EA0-0E06FE1D72A5}"/>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1F57F2FB-2942-7663-E6DB-E3A976549D5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ED31FE42-8AA6-DC9C-5EE7-8737143C1DD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58D246-FB21-4ACB-9068-6447CC7872F8}" type="datetimeFigureOut">
              <a:rPr lang="en-US" smtClean="0"/>
              <a:t>11/16/2025</a:t>
            </a:fld>
            <a:endParaRPr lang="en-US"/>
          </a:p>
        </p:txBody>
      </p:sp>
      <p:sp>
        <p:nvSpPr>
          <p:cNvPr id="12" name="Notes Placeholder 11">
            <a:extLst>
              <a:ext uri="{FF2B5EF4-FFF2-40B4-BE49-F238E27FC236}">
                <a16:creationId xmlns:a16="http://schemas.microsoft.com/office/drawing/2014/main" id="{5F659C92-43C4-05C5-9170-5CF256AF9975}"/>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74923A81-0599-8ECF-BDF0-A4898D46829C}"/>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BF3159-94EB-4F6B-8273-09F1A6B019E6}" type="slidenum">
              <a:rPr lang="en-US" smtClean="0"/>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3712883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a:t>
            </a:fld>
            <a:endParaRPr lang="en-US" altLang="zh-CN" noProof="0" dirty="0"/>
          </a:p>
        </p:txBody>
      </p:sp>
    </p:spTree>
    <p:extLst>
      <p:ext uri="{BB962C8B-B14F-4D97-AF65-F5344CB8AC3E}">
        <p14:creationId xmlns:p14="http://schemas.microsoft.com/office/powerpoint/2010/main" val="3235818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3</a:t>
            </a:fld>
            <a:endParaRPr lang="en-US" altLang="zh-CN" noProof="0" dirty="0"/>
          </a:p>
        </p:txBody>
      </p:sp>
    </p:spTree>
    <p:extLst>
      <p:ext uri="{BB962C8B-B14F-4D97-AF65-F5344CB8AC3E}">
        <p14:creationId xmlns:p14="http://schemas.microsoft.com/office/powerpoint/2010/main" val="464007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4</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5</a:t>
            </a:fld>
            <a:endParaRPr lang="en-US" altLang="zh-CN" noProof="0" dirty="0"/>
          </a:p>
        </p:txBody>
      </p:sp>
    </p:spTree>
    <p:extLst>
      <p:ext uri="{BB962C8B-B14F-4D97-AF65-F5344CB8AC3E}">
        <p14:creationId xmlns:p14="http://schemas.microsoft.com/office/powerpoint/2010/main" val="914374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6</a:t>
            </a:fld>
            <a:endParaRPr lang="en-US" altLang="zh-CN" noProof="0" dirty="0"/>
          </a:p>
        </p:txBody>
      </p:sp>
    </p:spTree>
    <p:extLst>
      <p:ext uri="{BB962C8B-B14F-4D97-AF65-F5344CB8AC3E}">
        <p14:creationId xmlns:p14="http://schemas.microsoft.com/office/powerpoint/2010/main" val="961386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799336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a:xfrm>
            <a:off x="484632" y="6217920"/>
            <a:ext cx="4114800" cy="365125"/>
          </a:xfrm>
        </p:spPr>
        <p:txBody>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lvl1pPr>
              <a:defRPr>
                <a:solidFill>
                  <a:schemeClr val="accent6"/>
                </a:solidFill>
              </a:defRPr>
            </a:lvl1pPr>
          </a:lstStyle>
          <a:p>
            <a:r>
              <a:rPr lang="en-US"/>
              <a:t>Presentation title</a:t>
            </a:r>
            <a:endParaRPr lang="en-US"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a:t>Presentation title</a:t>
            </a:r>
            <a:endParaRPr lang="en-US" noProof="0" dirty="0"/>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endParaRPr lang="en-US" dirty="0"/>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a:t>Presentation title</a:t>
            </a:r>
            <a:endParaRPr lang="en-US" noProof="0" dirty="0"/>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lvl1pPr>
              <a:defRPr>
                <a:solidFill>
                  <a:schemeClr val="accent6"/>
                </a:solidFill>
              </a:defRPr>
            </a:lvl1pPr>
          </a:lstStyle>
          <a:p>
            <a:r>
              <a:rPr lang="en-US"/>
              <a:t>Presentation title</a:t>
            </a:r>
            <a:endParaRPr lang="en-US" dirty="0"/>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pPr/>
              <a:t>‹#›</a:t>
            </a:fld>
            <a:endParaRPr lang="en-US" altLang="zh-CN"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accent6"/>
                </a:solidFill>
                <a:latin typeface="+mn-lt"/>
              </a:defRPr>
            </a:lvl1pPr>
          </a:lstStyle>
          <a:p>
            <a:r>
              <a:rPr lang="en-US"/>
              <a:t>Presentation title</a:t>
            </a:r>
            <a:endParaRPr lang="en-US"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Lst>
  <p:hf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creativecommons.org/licenses/by/3.0/" TargetMode="External"/><Relationship Id="rId4" Type="http://schemas.openxmlformats.org/officeDocument/2006/relationships/hyperlink" Target="https://www.flickr.com/photos/deltanewshub/46092013361"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hyperlink" Target="https://creativecommons.org/licenses/by-sa/3.0/" TargetMode="External"/><Relationship Id="rId4" Type="http://schemas.openxmlformats.org/officeDocument/2006/relationships/hyperlink" Target="https://en.wikipedia.org/wiki/Los_Angeles_International_Airport"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vtv.vn/my-thuong-10000-usd-cho-nhung-nhan-vien-lam-viec-xuat-sac-khi-chinh-phu-dong-cua-100251114212257195.htm" TargetMode="External"/><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data-liberation-project/tsa-complaint-counts/tree/main"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alpha val="2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p:txBody>
          <a:bodyPr/>
          <a:lstStyle/>
          <a:p>
            <a:r>
              <a:rPr lang="en-US" sz="2400" dirty="0"/>
              <a:t>TSA Complaint Analysis: A Review of National Complaint Patterns Across U.S. Airports</a:t>
            </a: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601366" y="4172084"/>
            <a:ext cx="3641194" cy="760288"/>
          </a:xfrm>
        </p:spPr>
        <p:txBody>
          <a:bodyPr/>
          <a:lstStyle/>
          <a:p>
            <a:r>
              <a:rPr lang="en-US" dirty="0"/>
              <a:t>By: Joanna Sierra-Mendoza</a:t>
            </a:r>
          </a:p>
        </p:txBody>
      </p:sp>
      <p:sp>
        <p:nvSpPr>
          <p:cNvPr id="10" name="Freeform: Shape 11">
            <a:extLst>
              <a:ext uri="{FF2B5EF4-FFF2-40B4-BE49-F238E27FC236}">
                <a16:creationId xmlns:a16="http://schemas.microsoft.com/office/drawing/2014/main" id="{01A79B69-242C-3AEB-4A42-7A606A54C63A}"/>
              </a:ext>
              <a:ext uri="{C183D7F6-B498-43B3-948B-1728B52AA6E4}">
                <adec:decorative xmlns:adec="http://schemas.microsoft.com/office/drawing/2017/decorative" val="1"/>
              </a:ext>
            </a:extLst>
          </p:cNvPr>
          <p:cNvSpPr/>
          <p:nvPr/>
        </p:nvSpPr>
        <p:spPr>
          <a:xfrm>
            <a:off x="9857505" y="838985"/>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tx2">
                <a:lumMod val="50000"/>
                <a:lumOff val="5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4" name="Freeform: Shape 11">
            <a:extLst>
              <a:ext uri="{FF2B5EF4-FFF2-40B4-BE49-F238E27FC236}">
                <a16:creationId xmlns:a16="http://schemas.microsoft.com/office/drawing/2014/main" id="{E5D4DE6D-89C8-6FFF-287D-3F3BAD416CA1}"/>
              </a:ext>
              <a:ext uri="{C183D7F6-B498-43B3-948B-1728B52AA6E4}">
                <adec:decorative xmlns:adec="http://schemas.microsoft.com/office/drawing/2017/decorative" val="1"/>
              </a:ext>
            </a:extLst>
          </p:cNvPr>
          <p:cNvSpPr/>
          <p:nvPr/>
        </p:nvSpPr>
        <p:spPr>
          <a:xfrm>
            <a:off x="5974436" y="3694919"/>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alpha val="50196"/>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pic>
        <p:nvPicPr>
          <p:cNvPr id="5" name="Picture Placeholder 4" descr="A person in a suit pulling a luggage cart&#10;&#10;AI-generated content may be incorrect.">
            <a:extLst>
              <a:ext uri="{FF2B5EF4-FFF2-40B4-BE49-F238E27FC236}">
                <a16:creationId xmlns:a16="http://schemas.microsoft.com/office/drawing/2014/main" id="{3B20C43B-3930-1B0A-9385-62DEF07E7659}"/>
              </a:ext>
            </a:extLst>
          </p:cNvPr>
          <p:cNvPicPr>
            <a:picLocks noGrp="1" noChangeAspect="1"/>
          </p:cNvPicPr>
          <p:nvPr>
            <p:ph type="pic" sz="quarter" idx="47"/>
          </p:nvPr>
        </p:nvPicPr>
        <p:blipFill>
          <a:blip r:embed="rId3">
            <a:extLst>
              <a:ext uri="{837473B0-CC2E-450A-ABE3-18F120FF3D39}">
                <a1611:picAttrSrcUrl xmlns:a1611="http://schemas.microsoft.com/office/drawing/2016/11/main" r:id="rId4"/>
              </a:ext>
            </a:extLst>
          </a:blip>
          <a:srcRect l="20998" r="20998"/>
          <a:stretch>
            <a:fillRect/>
          </a:stretch>
        </p:blipFill>
        <p:spPr/>
      </p:pic>
      <p:sp>
        <p:nvSpPr>
          <p:cNvPr id="6" name="TextBox 5">
            <a:extLst>
              <a:ext uri="{FF2B5EF4-FFF2-40B4-BE49-F238E27FC236}">
                <a16:creationId xmlns:a16="http://schemas.microsoft.com/office/drawing/2014/main" id="{B0C5FDFA-3D8A-B97D-D971-CEACD536B887}"/>
              </a:ext>
            </a:extLst>
          </p:cNvPr>
          <p:cNvSpPr txBox="1"/>
          <p:nvPr/>
        </p:nvSpPr>
        <p:spPr>
          <a:xfrm>
            <a:off x="6742557" y="5888182"/>
            <a:ext cx="4405503" cy="230832"/>
          </a:xfrm>
          <a:prstGeom prst="rect">
            <a:avLst/>
          </a:prstGeom>
        </p:spPr>
        <p:txBody>
          <a:bodyPr wrap="square" rtlCol="0">
            <a:spAutoFit/>
          </a:bodyPr>
          <a:lstStyle/>
          <a:p>
            <a:r>
              <a:rPr lang="en-US" sz="900">
                <a:hlinkClick r:id="rId4" tooltip="https://www.flickr.com/photos/deltanewshub/46092013361"/>
              </a:rPr>
              <a:t>This Photo</a:t>
            </a:r>
            <a:r>
              <a:rPr lang="en-US" sz="900"/>
              <a:t> by Unknown Author is licensed under </a:t>
            </a:r>
            <a:r>
              <a:rPr lang="en-US" sz="900">
                <a:hlinkClick r:id="rId5" tooltip="https://creativecommons.org/licenses/by/3.0/"/>
              </a:rPr>
              <a:t>CC BY</a:t>
            </a:r>
            <a:endParaRPr lang="en-US" sz="900"/>
          </a:p>
        </p:txBody>
      </p:sp>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81083" y="274955"/>
            <a:ext cx="5117162" cy="1325563"/>
          </a:xfrm>
        </p:spPr>
        <p:txBody>
          <a:bodyPr/>
          <a:lstStyle/>
          <a:p>
            <a:r>
              <a:rPr lang="en-US" altLang="zh-CN" dirty="0"/>
              <a:t>What This Analysis Reveals </a:t>
            </a:r>
            <a:endParaRPr lang="en-US" dirty="0"/>
          </a:p>
        </p:txBody>
      </p:sp>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a:xfrm>
            <a:off x="0" y="1600517"/>
            <a:ext cx="4260180" cy="5096373"/>
          </a:xfrm>
        </p:spPr>
        <p:txBody>
          <a:bodyPr/>
          <a:lstStyle/>
          <a:p>
            <a:pPr marL="285750" indent="-285750">
              <a:buFont typeface="Arial" panose="020B0604020202020204" pitchFamily="34" charset="0"/>
              <a:buChar char="•"/>
            </a:pPr>
            <a:r>
              <a:rPr lang="en-US" dirty="0"/>
              <a:t>This analysis looks beyond complaint numbers to show how traveler experience has changed over time and where TSA operations feel the most strain.</a:t>
            </a:r>
          </a:p>
          <a:p>
            <a:pPr marL="285750" indent="-285750">
              <a:buFont typeface="Arial" panose="020B0604020202020204" pitchFamily="34" charset="0"/>
              <a:buChar char="•"/>
            </a:pPr>
            <a:r>
              <a:rPr lang="en-US" dirty="0"/>
              <a:t>We explore how complaint patterns reflect shifts in passenger volume, public expectations, staffing capacity, and post-pandemic recovery.</a:t>
            </a:r>
          </a:p>
          <a:p>
            <a:pPr marL="285750" indent="-285750">
              <a:buFont typeface="Arial" panose="020B0604020202020204" pitchFamily="34" charset="0"/>
              <a:buChar char="•"/>
            </a:pPr>
            <a:r>
              <a:rPr lang="en-US" dirty="0"/>
              <a:t>By reviewing complaints by airport, category, and geography, we uncover the deeper story behind where problems emerge and why.</a:t>
            </a:r>
          </a:p>
          <a:p>
            <a:pPr marL="285750" indent="-285750">
              <a:buFont typeface="Arial" panose="020B0604020202020204" pitchFamily="34" charset="0"/>
              <a:buChar char="•"/>
            </a:pPr>
            <a:r>
              <a:rPr lang="en-US" dirty="0"/>
              <a:t>The findings highlight specific airports that contribute disproportionally to the national complaint burden. </a:t>
            </a:r>
          </a:p>
          <a:p>
            <a:pPr marL="285750" indent="-285750">
              <a:buFont typeface="Arial" panose="020B0604020202020204" pitchFamily="34" charset="0"/>
              <a:buChar char="•"/>
            </a:pPr>
            <a:r>
              <a:rPr lang="en-US" dirty="0"/>
              <a:t>Ultimately, this analysis provides a clear path for where targeted improvements can make the biggest impact.  </a:t>
            </a:r>
          </a:p>
          <a:p>
            <a:endParaRPr lang="en-US" dirty="0"/>
          </a:p>
        </p:txBody>
      </p:sp>
      <p:sp>
        <p:nvSpPr>
          <p:cNvPr id="6" name="Freeform: Shape 5">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p:nvSpPr>
        <p:spPr>
          <a:xfrm>
            <a:off x="4584821" y="311581"/>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7D952"/>
              </a:solidFill>
              <a:effectLst/>
              <a:uLnTx/>
              <a:uFillTx/>
              <a:latin typeface="Posterama Text SemiBold"/>
              <a:ea typeface="+mn-ea"/>
              <a:cs typeface="+mn-cs"/>
            </a:endParaRPr>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p:txBody>
          <a:bodyPr/>
          <a:lstStyle/>
          <a:p>
            <a:fld id="{47FEACEE-25B4-4A2D-B147-27296E36371D}" type="slidenum">
              <a:rPr lang="en-US" altLang="zh-CN" smtClean="0"/>
              <a:pPr/>
              <a:t>2</a:t>
            </a:fld>
            <a:endParaRPr lang="en-US" altLang="zh-CN" dirty="0"/>
          </a:p>
        </p:txBody>
      </p:sp>
      <p:pic>
        <p:nvPicPr>
          <p:cNvPr id="9" name="Picture Placeholder 8" descr="A couple of airplanes at an airport&#10;&#10;AI-generated content may be incorrect.">
            <a:extLst>
              <a:ext uri="{FF2B5EF4-FFF2-40B4-BE49-F238E27FC236}">
                <a16:creationId xmlns:a16="http://schemas.microsoft.com/office/drawing/2014/main" id="{49286669-BA92-7319-F266-85FB944959F7}"/>
              </a:ext>
            </a:extLst>
          </p:cNvPr>
          <p:cNvPicPr>
            <a:picLocks noGrp="1" noChangeAspect="1"/>
          </p:cNvPicPr>
          <p:nvPr>
            <p:ph type="pic" sz="quarter" idx="51"/>
          </p:nvPr>
        </p:nvPicPr>
        <p:blipFill>
          <a:blip r:embed="rId3">
            <a:extLst>
              <a:ext uri="{837473B0-CC2E-450A-ABE3-18F120FF3D39}">
                <a1611:picAttrSrcUrl xmlns:a1611="http://schemas.microsoft.com/office/drawing/2016/11/main" r:id="rId4"/>
              </a:ext>
            </a:extLst>
          </a:blip>
          <a:srcRect l="19374" r="19374"/>
          <a:stretch>
            <a:fillRect/>
          </a:stretch>
        </p:blipFill>
        <p:spPr/>
      </p:pic>
      <p:sp>
        <p:nvSpPr>
          <p:cNvPr id="10" name="TextBox 9">
            <a:extLst>
              <a:ext uri="{FF2B5EF4-FFF2-40B4-BE49-F238E27FC236}">
                <a16:creationId xmlns:a16="http://schemas.microsoft.com/office/drawing/2014/main" id="{6C06B707-FABC-7374-A96C-A3C7435E0864}"/>
              </a:ext>
            </a:extLst>
          </p:cNvPr>
          <p:cNvSpPr txBox="1"/>
          <p:nvPr/>
        </p:nvSpPr>
        <p:spPr>
          <a:xfrm>
            <a:off x="5745001" y="6858000"/>
            <a:ext cx="6446999" cy="230832"/>
          </a:xfrm>
          <a:prstGeom prst="rect">
            <a:avLst/>
          </a:prstGeom>
        </p:spPr>
        <p:txBody>
          <a:bodyPr wrap="square" rtlCol="0">
            <a:spAutoFit/>
          </a:bodyPr>
          <a:lstStyle/>
          <a:p>
            <a:r>
              <a:rPr lang="en-US" sz="900">
                <a:hlinkClick r:id="rId4" tooltip="https://en.wikipedia.org/wiki/Los_Angeles_International_Airport"/>
              </a:rPr>
              <a:t>This Photo</a:t>
            </a:r>
            <a:r>
              <a:rPr lang="en-US" sz="900"/>
              <a:t> by Unknown Author is licensed under </a:t>
            </a:r>
            <a:r>
              <a:rPr lang="en-US" sz="900">
                <a:hlinkClick r:id="rId5" tooltip="https://creativecommons.org/licenses/by-sa/3.0/"/>
              </a:rPr>
              <a:t>CC BY-SA</a:t>
            </a:r>
            <a:endParaRPr lang="en-US" sz="900"/>
          </a:p>
        </p:txBody>
      </p:sp>
    </p:spTree>
    <p:extLst>
      <p:ext uri="{BB962C8B-B14F-4D97-AF65-F5344CB8AC3E}">
        <p14:creationId xmlns:p14="http://schemas.microsoft.com/office/powerpoint/2010/main" val="77554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lumMod val="75000"/>
            <a:alpha val="20000"/>
          </a:schemeClr>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C6EC6F6-F346-241D-C2AD-CEA21AF2E091}"/>
              </a:ext>
            </a:extLst>
          </p:cNvPr>
          <p:cNvSpPr>
            <a:spLocks noGrp="1"/>
          </p:cNvSpPr>
          <p:nvPr>
            <p:ph type="title"/>
          </p:nvPr>
        </p:nvSpPr>
        <p:spPr/>
        <p:txBody>
          <a:bodyPr/>
          <a:lstStyle/>
          <a:p>
            <a:pPr algn="ctr"/>
            <a:r>
              <a:rPr lang="en-US" dirty="0"/>
              <a:t>TSA Complaints Over Time</a:t>
            </a:r>
          </a:p>
        </p:txBody>
      </p:sp>
      <p:sp>
        <p:nvSpPr>
          <p:cNvPr id="5" name="Slide Number Placeholder 4">
            <a:extLst>
              <a:ext uri="{FF2B5EF4-FFF2-40B4-BE49-F238E27FC236}">
                <a16:creationId xmlns:a16="http://schemas.microsoft.com/office/drawing/2014/main" id="{EFE20B9D-3E1B-ACAC-E328-901AE7E6D939}"/>
              </a:ext>
            </a:extLst>
          </p:cNvPr>
          <p:cNvSpPr>
            <a:spLocks noGrp="1"/>
          </p:cNvSpPr>
          <p:nvPr>
            <p:ph type="sldNum" sz="quarter" idx="29"/>
          </p:nvPr>
        </p:nvSpPr>
        <p:spPr/>
        <p:txBody>
          <a:bodyPr/>
          <a:lstStyle/>
          <a:p>
            <a:fld id="{47FEACEE-25B4-4A2D-B147-27296E36371D}" type="slidenum">
              <a:rPr lang="en-US" altLang="zh-CN" smtClean="0"/>
              <a:pPr/>
              <a:t>3</a:t>
            </a:fld>
            <a:endParaRPr lang="en-US" altLang="zh-CN" dirty="0"/>
          </a:p>
        </p:txBody>
      </p:sp>
      <p:pic>
        <p:nvPicPr>
          <p:cNvPr id="9" name="Picture 8">
            <a:extLst>
              <a:ext uri="{FF2B5EF4-FFF2-40B4-BE49-F238E27FC236}">
                <a16:creationId xmlns:a16="http://schemas.microsoft.com/office/drawing/2014/main" id="{9BA35FB4-AC32-A001-9A75-5DFCBC4AB410}"/>
              </a:ext>
            </a:extLst>
          </p:cNvPr>
          <p:cNvPicPr>
            <a:picLocks noChangeAspect="1"/>
          </p:cNvPicPr>
          <p:nvPr/>
        </p:nvPicPr>
        <p:blipFill>
          <a:blip r:embed="rId3"/>
          <a:stretch>
            <a:fillRect/>
          </a:stretch>
        </p:blipFill>
        <p:spPr>
          <a:xfrm>
            <a:off x="172789" y="2012799"/>
            <a:ext cx="7717177" cy="3097536"/>
          </a:xfrm>
          <a:prstGeom prst="rect">
            <a:avLst/>
          </a:prstGeom>
        </p:spPr>
      </p:pic>
      <p:sp>
        <p:nvSpPr>
          <p:cNvPr id="12" name="TextBox 11">
            <a:extLst>
              <a:ext uri="{FF2B5EF4-FFF2-40B4-BE49-F238E27FC236}">
                <a16:creationId xmlns:a16="http://schemas.microsoft.com/office/drawing/2014/main" id="{123A917D-DEDB-7CE6-4E91-15E8A19215A2}"/>
              </a:ext>
            </a:extLst>
          </p:cNvPr>
          <p:cNvSpPr txBox="1"/>
          <p:nvPr/>
        </p:nvSpPr>
        <p:spPr>
          <a:xfrm>
            <a:off x="7889966" y="1622510"/>
            <a:ext cx="3910148" cy="3970318"/>
          </a:xfrm>
          <a:prstGeom prst="rect">
            <a:avLst/>
          </a:prstGeom>
        </p:spPr>
        <p:txBody>
          <a:bodyPr wrap="square" rtlCol="0">
            <a:spAutoFit/>
          </a:bodyPr>
          <a:lstStyle/>
          <a:p>
            <a:pPr marL="285750" indent="-285750">
              <a:lnSpc>
                <a:spcPct val="100000"/>
              </a:lnSpc>
              <a:spcBef>
                <a:spcPts val="0"/>
              </a:spcBef>
              <a:buFont typeface="Arial" panose="020B0604020202020204" pitchFamily="34" charset="0"/>
              <a:buChar char="•"/>
            </a:pPr>
            <a:r>
              <a:rPr lang="en-US" sz="1400" dirty="0">
                <a:latin typeface="Posterama" panose="020B0504020200020000" pitchFamily="34" charset="0"/>
                <a:ea typeface="微软雅黑"/>
                <a:cs typeface="Posterama" panose="020B0504020200020000" pitchFamily="34" charset="0"/>
              </a:rPr>
              <a:t>Complaint trends show how tightly TSA operations are tied to national travel patterns. Before 2020, complaints had risen steadily.</a:t>
            </a:r>
          </a:p>
          <a:p>
            <a:pPr marL="285750" indent="-285750">
              <a:lnSpc>
                <a:spcPct val="100000"/>
              </a:lnSpc>
              <a:spcBef>
                <a:spcPts val="0"/>
              </a:spcBef>
              <a:buFont typeface="Arial" panose="020B0604020202020204" pitchFamily="34" charset="0"/>
              <a:buChar char="•"/>
            </a:pPr>
            <a:r>
              <a:rPr lang="en-US" sz="1400" dirty="0">
                <a:latin typeface="Posterama" panose="020B0504020200020000" pitchFamily="34" charset="0"/>
                <a:ea typeface="微软雅黑"/>
                <a:cs typeface="Posterama" panose="020B0504020200020000" pitchFamily="34" charset="0"/>
              </a:rPr>
              <a:t>In early 2020, complaints abruptly collapsed, a direct reflection of pandemic-related shutdowns.</a:t>
            </a:r>
          </a:p>
          <a:p>
            <a:pPr marL="285750" indent="-285750">
              <a:lnSpc>
                <a:spcPct val="100000"/>
              </a:lnSpc>
              <a:spcBef>
                <a:spcPts val="0"/>
              </a:spcBef>
              <a:buFont typeface="Arial" panose="020B0604020202020204" pitchFamily="34" charset="0"/>
              <a:buChar char="•"/>
            </a:pPr>
            <a:r>
              <a:rPr lang="en-US" sz="1400" dirty="0">
                <a:latin typeface="Posterama" panose="020B0504020200020000" pitchFamily="34" charset="0"/>
                <a:ea typeface="微软雅黑"/>
                <a:cs typeface="Posterama" panose="020B0504020200020000" pitchFamily="34" charset="0"/>
              </a:rPr>
              <a:t>As travel surged back in 2021 and 2022, complaints rose even faster, signaling major operational strain during the recovery period. </a:t>
            </a:r>
          </a:p>
          <a:p>
            <a:pPr marL="285750" indent="-285750">
              <a:lnSpc>
                <a:spcPct val="100000"/>
              </a:lnSpc>
              <a:spcBef>
                <a:spcPts val="0"/>
              </a:spcBef>
              <a:buFont typeface="Arial" panose="020B0604020202020204" pitchFamily="34" charset="0"/>
              <a:buChar char="•"/>
            </a:pPr>
            <a:r>
              <a:rPr lang="en-US" sz="1400" dirty="0">
                <a:latin typeface="Posterama" panose="020B0504020200020000" pitchFamily="34" charset="0"/>
                <a:ea typeface="微软雅黑"/>
                <a:cs typeface="Posterama" panose="020B0504020200020000" pitchFamily="34" charset="0"/>
              </a:rPr>
              <a:t>Since 2022, complaints have consistently remained high, revealing ongoing gaps in staffing, lane availability, consistency, and communication at many airports. </a:t>
            </a:r>
          </a:p>
          <a:p>
            <a:pPr marL="285750" indent="-285750">
              <a:lnSpc>
                <a:spcPct val="100000"/>
              </a:lnSpc>
              <a:spcBef>
                <a:spcPts val="0"/>
              </a:spcBef>
              <a:buFont typeface="Arial" panose="020B0604020202020204" pitchFamily="34" charset="0"/>
              <a:buChar char="•"/>
            </a:pPr>
            <a:r>
              <a:rPr lang="en-US" sz="1400" dirty="0">
                <a:latin typeface="Posterama" panose="020B0504020200020000" pitchFamily="34" charset="0"/>
                <a:ea typeface="微软雅黑"/>
                <a:cs typeface="Posterama" panose="020B0504020200020000" pitchFamily="34" charset="0"/>
              </a:rPr>
              <a:t>This long-term curve sets the stage for identifying which airports and processes are driving current complaint levels. </a:t>
            </a:r>
          </a:p>
        </p:txBody>
      </p:sp>
    </p:spTree>
    <p:extLst>
      <p:ext uri="{BB962C8B-B14F-4D97-AF65-F5344CB8AC3E}">
        <p14:creationId xmlns:p14="http://schemas.microsoft.com/office/powerpoint/2010/main" val="1640288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75000"/>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p:txBody>
          <a:bodyPr/>
          <a:lstStyle/>
          <a:p>
            <a:pPr algn="ctr"/>
            <a:r>
              <a:rPr lang="en-US" sz="3600" dirty="0"/>
              <a:t>Identifying Pressure Points: Airports with the Highest Complaints</a:t>
            </a:r>
          </a:p>
        </p:txBody>
      </p:sp>
      <p:sp>
        <p:nvSpPr>
          <p:cNvPr id="7" name="Slide Number Placeholder 6">
            <a:extLst>
              <a:ext uri="{FF2B5EF4-FFF2-40B4-BE49-F238E27FC236}">
                <a16:creationId xmlns:a16="http://schemas.microsoft.com/office/drawing/2014/main" id="{8EA25C86-7BE3-4BC6-C0B8-7F7D7C3EC286}"/>
              </a:ext>
            </a:extLst>
          </p:cNvPr>
          <p:cNvSpPr>
            <a:spLocks noGrp="1"/>
          </p:cNvSpPr>
          <p:nvPr>
            <p:ph type="sldNum" sz="quarter" idx="29"/>
          </p:nvPr>
        </p:nvSpPr>
        <p:spPr/>
        <p:txBody>
          <a:bodyPr/>
          <a:lstStyle/>
          <a:p>
            <a:fld id="{47FEACEE-25B4-4A2D-B147-27296E36371D}" type="slidenum">
              <a:rPr lang="en-US" altLang="zh-CN" smtClean="0"/>
              <a:pPr/>
              <a:t>4</a:t>
            </a:fld>
            <a:endParaRPr lang="en-US" altLang="zh-CN" dirty="0"/>
          </a:p>
        </p:txBody>
      </p:sp>
      <p:pic>
        <p:nvPicPr>
          <p:cNvPr id="9" name="Picture 8">
            <a:extLst>
              <a:ext uri="{FF2B5EF4-FFF2-40B4-BE49-F238E27FC236}">
                <a16:creationId xmlns:a16="http://schemas.microsoft.com/office/drawing/2014/main" id="{EF6D9E5E-A7EA-6F02-F18A-4CF3DC86F225}"/>
              </a:ext>
            </a:extLst>
          </p:cNvPr>
          <p:cNvPicPr>
            <a:picLocks noChangeAspect="1"/>
          </p:cNvPicPr>
          <p:nvPr/>
        </p:nvPicPr>
        <p:blipFill>
          <a:blip r:embed="rId3"/>
          <a:stretch>
            <a:fillRect/>
          </a:stretch>
        </p:blipFill>
        <p:spPr>
          <a:xfrm>
            <a:off x="-1" y="1905505"/>
            <a:ext cx="6984155" cy="4486585"/>
          </a:xfrm>
          <a:prstGeom prst="rect">
            <a:avLst/>
          </a:prstGeom>
        </p:spPr>
      </p:pic>
      <p:sp>
        <p:nvSpPr>
          <p:cNvPr id="10" name="TextBox 9">
            <a:extLst>
              <a:ext uri="{FF2B5EF4-FFF2-40B4-BE49-F238E27FC236}">
                <a16:creationId xmlns:a16="http://schemas.microsoft.com/office/drawing/2014/main" id="{9757AD11-CF77-FCF1-0360-2A5A62FEAE51}"/>
              </a:ext>
            </a:extLst>
          </p:cNvPr>
          <p:cNvSpPr txBox="1"/>
          <p:nvPr/>
        </p:nvSpPr>
        <p:spPr>
          <a:xfrm>
            <a:off x="6984153" y="1905506"/>
            <a:ext cx="4668607" cy="3416320"/>
          </a:xfrm>
          <a:prstGeom prst="rect">
            <a:avLst/>
          </a:prstGeom>
        </p:spPr>
        <p:txBody>
          <a:bodyPr wrap="square" rtlCol="0">
            <a:spAutoFit/>
          </a:bodyPr>
          <a:lstStyle/>
          <a:p>
            <a:pPr marL="285750" indent="-285750">
              <a:lnSpc>
                <a:spcPct val="100000"/>
              </a:lnSpc>
              <a:spcBef>
                <a:spcPts val="0"/>
              </a:spcBef>
              <a:buFont typeface="Arial" panose="020B0604020202020204" pitchFamily="34" charset="0"/>
              <a:buChar char="•"/>
            </a:pPr>
            <a:r>
              <a:rPr lang="en-US" sz="1200" dirty="0">
                <a:latin typeface="Posterama" panose="020B0504020200020000" pitchFamily="34" charset="0"/>
                <a:ea typeface="微软雅黑"/>
                <a:cs typeface="Posterama" panose="020B0504020200020000" pitchFamily="34" charset="0"/>
              </a:rPr>
              <a:t>When we look at the airports with the most TSA complaints, it becomes clear that a handful of locations carry a disproportionate share of the national workload. These are airports that millions of travelers pass through every month, and their screening operations face constant pressure. </a:t>
            </a:r>
          </a:p>
          <a:p>
            <a:pPr marL="285750" indent="-285750">
              <a:lnSpc>
                <a:spcPct val="100000"/>
              </a:lnSpc>
              <a:spcBef>
                <a:spcPts val="0"/>
              </a:spcBef>
              <a:buFont typeface="Arial" panose="020B0604020202020204" pitchFamily="34" charset="0"/>
              <a:buChar char="•"/>
            </a:pPr>
            <a:r>
              <a:rPr lang="en-US" sz="1200" dirty="0">
                <a:latin typeface="Posterama" panose="020B0504020200020000" pitchFamily="34" charset="0"/>
                <a:ea typeface="微软雅黑"/>
                <a:cs typeface="Posterama" panose="020B0504020200020000" pitchFamily="34" charset="0"/>
              </a:rPr>
              <a:t>LAX, JFK, and Newark consistently appear at the top of the list. These airports combine international traffic, high passenger density, and complicated terminal layouts; factors that can intensify wait times and amplify any breakdowns in the screening process. </a:t>
            </a:r>
          </a:p>
          <a:p>
            <a:pPr marL="285750" indent="-285750">
              <a:lnSpc>
                <a:spcPct val="100000"/>
              </a:lnSpc>
              <a:spcBef>
                <a:spcPts val="0"/>
              </a:spcBef>
              <a:buFont typeface="Arial" panose="020B0604020202020204" pitchFamily="34" charset="0"/>
              <a:buChar char="•"/>
            </a:pPr>
            <a:r>
              <a:rPr lang="en-US" sz="1200" dirty="0">
                <a:latin typeface="Posterama" panose="020B0504020200020000" pitchFamily="34" charset="0"/>
                <a:ea typeface="微软雅黑"/>
                <a:cs typeface="Posterama" panose="020B0504020200020000" pitchFamily="34" charset="0"/>
              </a:rPr>
              <a:t>Major connecting hubs like ATL, DFW, DEN, and ORD also show high complaint levels tied to sheer passenger volume.</a:t>
            </a:r>
          </a:p>
          <a:p>
            <a:pPr marL="285750" indent="-285750">
              <a:lnSpc>
                <a:spcPct val="100000"/>
              </a:lnSpc>
              <a:spcBef>
                <a:spcPts val="0"/>
              </a:spcBef>
              <a:buFont typeface="Arial" panose="020B0604020202020204" pitchFamily="34" charset="0"/>
              <a:buChar char="•"/>
            </a:pPr>
            <a:r>
              <a:rPr lang="en-US" sz="1200" dirty="0">
                <a:latin typeface="Posterama" panose="020B0504020200020000" pitchFamily="34" charset="0"/>
                <a:ea typeface="微软雅黑"/>
                <a:cs typeface="Posterama" panose="020B0504020200020000" pitchFamily="34" charset="0"/>
              </a:rPr>
              <a:t>These airports represent important opportunities. Addressing issues at even a few of these high-volume hubs has the potential to make a meaningful decrease in TSA’s overall national complaint numbers.  </a:t>
            </a:r>
          </a:p>
        </p:txBody>
      </p:sp>
    </p:spTree>
    <p:extLst>
      <p:ext uri="{BB962C8B-B14F-4D97-AF65-F5344CB8AC3E}">
        <p14:creationId xmlns:p14="http://schemas.microsoft.com/office/powerpoint/2010/main" val="1246021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lumMod val="75000"/>
            <a:alpha val="20000"/>
          </a:schemeClr>
        </a:solidFill>
        <a:effectLst/>
      </p:bgPr>
    </p:bg>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DF64211-DCD8-B458-DBD2-EBDA7AE3396F}"/>
              </a:ext>
            </a:extLst>
          </p:cNvPr>
          <p:cNvSpPr>
            <a:spLocks noGrp="1"/>
          </p:cNvSpPr>
          <p:nvPr>
            <p:ph type="title"/>
          </p:nvPr>
        </p:nvSpPr>
        <p:spPr/>
        <p:txBody>
          <a:bodyPr/>
          <a:lstStyle/>
          <a:p>
            <a:r>
              <a:rPr lang="en-US" dirty="0"/>
              <a:t>What Travelers Are Struggling With Most </a:t>
            </a:r>
          </a:p>
        </p:txBody>
      </p:sp>
      <p:sp>
        <p:nvSpPr>
          <p:cNvPr id="10" name="Slide Number Placeholder 9">
            <a:extLst>
              <a:ext uri="{FF2B5EF4-FFF2-40B4-BE49-F238E27FC236}">
                <a16:creationId xmlns:a16="http://schemas.microsoft.com/office/drawing/2014/main" id="{CBE681AB-301C-4DC8-7FBD-FAA2CC6606AE}"/>
              </a:ext>
            </a:extLst>
          </p:cNvPr>
          <p:cNvSpPr>
            <a:spLocks noGrp="1"/>
          </p:cNvSpPr>
          <p:nvPr>
            <p:ph type="sldNum" sz="quarter" idx="29"/>
          </p:nvPr>
        </p:nvSpPr>
        <p:spPr/>
        <p:txBody>
          <a:bodyPr/>
          <a:lstStyle/>
          <a:p>
            <a:fld id="{47FEACEE-25B4-4A2D-B147-27296E36371D}" type="slidenum">
              <a:rPr lang="en-US" altLang="zh-CN" smtClean="0"/>
              <a:pPr/>
              <a:t>5</a:t>
            </a:fld>
            <a:endParaRPr lang="en-US" altLang="zh-CN" dirty="0"/>
          </a:p>
        </p:txBody>
      </p:sp>
      <p:sp>
        <p:nvSpPr>
          <p:cNvPr id="21" name="Footer Placeholder 19">
            <a:extLst>
              <a:ext uri="{FF2B5EF4-FFF2-40B4-BE49-F238E27FC236}">
                <a16:creationId xmlns:a16="http://schemas.microsoft.com/office/drawing/2014/main" id="{A6E539FA-B60E-5585-524F-1BFA8C5B3E2F}"/>
              </a:ext>
            </a:extLst>
          </p:cNvPr>
          <p:cNvSpPr txBox="1">
            <a:spLocks/>
          </p:cNvSpPr>
          <p:nvPr/>
        </p:nvSpPr>
        <p:spPr>
          <a:xfrm>
            <a:off x="486699" y="6085719"/>
            <a:ext cx="4114800" cy="365125"/>
          </a:xfrm>
          <a:prstGeom prst="rect">
            <a:avLst/>
          </a:prstGeom>
        </p:spPr>
        <p:txBody>
          <a:bodyPr anchor="ctr"/>
          <a:lstStyle>
            <a:defPPr>
              <a:defRPr lang="zh-CN"/>
            </a:defPPr>
            <a:lvl1pPr marL="0" algn="l"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bg1"/>
                </a:solidFill>
                <a:effectLst/>
                <a:uLnTx/>
                <a:uFillTx/>
              </a:rPr>
              <a:t>Presentation Title</a:t>
            </a:r>
          </a:p>
        </p:txBody>
      </p:sp>
      <p:pic>
        <p:nvPicPr>
          <p:cNvPr id="6" name="Picture 5">
            <a:extLst>
              <a:ext uri="{FF2B5EF4-FFF2-40B4-BE49-F238E27FC236}">
                <a16:creationId xmlns:a16="http://schemas.microsoft.com/office/drawing/2014/main" id="{F57C3068-6452-8ED7-D047-A7364DD393A2}"/>
              </a:ext>
            </a:extLst>
          </p:cNvPr>
          <p:cNvPicPr>
            <a:picLocks noChangeAspect="1"/>
          </p:cNvPicPr>
          <p:nvPr/>
        </p:nvPicPr>
        <p:blipFill>
          <a:blip r:embed="rId3"/>
          <a:stretch>
            <a:fillRect/>
          </a:stretch>
        </p:blipFill>
        <p:spPr>
          <a:xfrm>
            <a:off x="0" y="1975836"/>
            <a:ext cx="7654293" cy="4882164"/>
          </a:xfrm>
          <a:prstGeom prst="rect">
            <a:avLst/>
          </a:prstGeom>
        </p:spPr>
      </p:pic>
      <p:sp>
        <p:nvSpPr>
          <p:cNvPr id="7" name="TextBox 6">
            <a:extLst>
              <a:ext uri="{FF2B5EF4-FFF2-40B4-BE49-F238E27FC236}">
                <a16:creationId xmlns:a16="http://schemas.microsoft.com/office/drawing/2014/main" id="{F8D97075-DF34-BA5E-6D3B-2A49C6F7BF9B}"/>
              </a:ext>
            </a:extLst>
          </p:cNvPr>
          <p:cNvSpPr txBox="1"/>
          <p:nvPr/>
        </p:nvSpPr>
        <p:spPr>
          <a:xfrm>
            <a:off x="7855027" y="1976889"/>
            <a:ext cx="3977089" cy="4616648"/>
          </a:xfrm>
          <a:prstGeom prst="rect">
            <a:avLst/>
          </a:prstGeom>
        </p:spPr>
        <p:txBody>
          <a:bodyPr wrap="square" rtlCol="0">
            <a:spAutoFit/>
          </a:bodyPr>
          <a:lstStyle/>
          <a:p>
            <a:pPr marL="285750" indent="-285750">
              <a:lnSpc>
                <a:spcPct val="100000"/>
              </a:lnSpc>
              <a:spcBef>
                <a:spcPts val="0"/>
              </a:spcBef>
              <a:buFont typeface="Arial" panose="020B0604020202020204" pitchFamily="34" charset="0"/>
              <a:buChar char="•"/>
            </a:pPr>
            <a:r>
              <a:rPr lang="en-US" sz="1400" dirty="0">
                <a:latin typeface="Posterama" panose="020B0504020200020000" pitchFamily="34" charset="0"/>
                <a:ea typeface="微软雅黑"/>
                <a:cs typeface="Posterama" panose="020B0504020200020000" pitchFamily="34" charset="0"/>
              </a:rPr>
              <a:t>When we break down the types of complaints passengers file, one category stands out immediately: the Expedited Passenger Screening Program. It’s not just the biggest category; it’s bigger than everything else combined. </a:t>
            </a:r>
          </a:p>
          <a:p>
            <a:pPr marL="285750" indent="-285750">
              <a:lnSpc>
                <a:spcPct val="100000"/>
              </a:lnSpc>
              <a:spcBef>
                <a:spcPts val="0"/>
              </a:spcBef>
              <a:buFont typeface="Arial" panose="020B0604020202020204" pitchFamily="34" charset="0"/>
              <a:buChar char="•"/>
            </a:pPr>
            <a:r>
              <a:rPr lang="en-US" sz="1400" dirty="0">
                <a:latin typeface="Posterama" panose="020B0504020200020000" pitchFamily="34" charset="0"/>
                <a:ea typeface="微软雅黑"/>
                <a:cs typeface="Posterama" panose="020B0504020200020000" pitchFamily="34" charset="0"/>
              </a:rPr>
              <a:t>This tells us that most frustration isn’t coming from traditional screening lanes or baggage issues. Instead, it’s concentrated in a program designed to make screening faster and easier. That contrast alone suggests a mismatch between traveler expectations and what they experience. </a:t>
            </a:r>
          </a:p>
          <a:p>
            <a:pPr marL="285750" indent="-285750">
              <a:lnSpc>
                <a:spcPct val="100000"/>
              </a:lnSpc>
              <a:spcBef>
                <a:spcPts val="0"/>
              </a:spcBef>
              <a:buFont typeface="Arial" panose="020B0604020202020204" pitchFamily="34" charset="0"/>
              <a:buChar char="•"/>
            </a:pPr>
            <a:r>
              <a:rPr lang="en-US" sz="1400" dirty="0">
                <a:latin typeface="Posterama" panose="020B0504020200020000" pitchFamily="34" charset="0"/>
                <a:ea typeface="微软雅黑"/>
                <a:cs typeface="Posterama" panose="020B0504020200020000" pitchFamily="34" charset="0"/>
              </a:rPr>
              <a:t>Other categories like Mishandling of Property, Customer Service, and Screening show up, but at a much smaller scale. </a:t>
            </a:r>
          </a:p>
          <a:p>
            <a:pPr marL="285750" indent="-285750">
              <a:lnSpc>
                <a:spcPct val="100000"/>
              </a:lnSpc>
              <a:spcBef>
                <a:spcPts val="0"/>
              </a:spcBef>
              <a:buFont typeface="Arial" panose="020B0604020202020204" pitchFamily="34" charset="0"/>
              <a:buChar char="•"/>
            </a:pPr>
            <a:r>
              <a:rPr lang="en-US" sz="1400" dirty="0">
                <a:latin typeface="Posterama" panose="020B0504020200020000" pitchFamily="34" charset="0"/>
                <a:ea typeface="微软雅黑"/>
                <a:cs typeface="Posterama" panose="020B0504020200020000" pitchFamily="34" charset="0"/>
              </a:rPr>
              <a:t>The sheer dominance of EPSP complaints makes it clear that any meaningful reduction in total complaints has to start here. </a:t>
            </a:r>
          </a:p>
        </p:txBody>
      </p:sp>
    </p:spTree>
    <p:extLst>
      <p:ext uri="{BB962C8B-B14F-4D97-AF65-F5344CB8AC3E}">
        <p14:creationId xmlns:p14="http://schemas.microsoft.com/office/powerpoint/2010/main" val="2775535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lumMod val="75000"/>
            <a:alpha val="20000"/>
          </a:schemeClr>
        </a:solidFill>
        <a:effectLst/>
      </p:bgPr>
    </p:bg>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4D761329-3BEF-0173-1328-A4DB26572AFF}"/>
              </a:ext>
            </a:extLst>
          </p:cNvPr>
          <p:cNvSpPr>
            <a:spLocks noGrp="1"/>
          </p:cNvSpPr>
          <p:nvPr>
            <p:ph type="title"/>
          </p:nvPr>
        </p:nvSpPr>
        <p:spPr>
          <a:xfrm>
            <a:off x="587829" y="507076"/>
            <a:ext cx="11012932" cy="1115434"/>
          </a:xfrm>
        </p:spPr>
        <p:txBody>
          <a:bodyPr/>
          <a:lstStyle/>
          <a:p>
            <a:r>
              <a:rPr lang="en-US" sz="4000" dirty="0"/>
              <a:t>Digging Into EPSP: What’s Driving the Complaints?</a:t>
            </a:r>
          </a:p>
        </p:txBody>
      </p:sp>
      <p:pic>
        <p:nvPicPr>
          <p:cNvPr id="5" name="Picture 4">
            <a:extLst>
              <a:ext uri="{FF2B5EF4-FFF2-40B4-BE49-F238E27FC236}">
                <a16:creationId xmlns:a16="http://schemas.microsoft.com/office/drawing/2014/main" id="{D67EE96F-CAF8-E7FB-AB3D-9FE8198B33C3}"/>
              </a:ext>
            </a:extLst>
          </p:cNvPr>
          <p:cNvPicPr>
            <a:picLocks noChangeAspect="1"/>
          </p:cNvPicPr>
          <p:nvPr/>
        </p:nvPicPr>
        <p:blipFill>
          <a:blip r:embed="rId3"/>
          <a:stretch>
            <a:fillRect/>
          </a:stretch>
        </p:blipFill>
        <p:spPr>
          <a:xfrm>
            <a:off x="220338" y="1995697"/>
            <a:ext cx="7944912" cy="4438154"/>
          </a:xfrm>
          <a:prstGeom prst="rect">
            <a:avLst/>
          </a:prstGeom>
        </p:spPr>
      </p:pic>
      <p:sp>
        <p:nvSpPr>
          <p:cNvPr id="8" name="TextBox 7">
            <a:extLst>
              <a:ext uri="{FF2B5EF4-FFF2-40B4-BE49-F238E27FC236}">
                <a16:creationId xmlns:a16="http://schemas.microsoft.com/office/drawing/2014/main" id="{79AC08D9-7920-6E46-1D65-E8BB08D60EB5}"/>
              </a:ext>
            </a:extLst>
          </p:cNvPr>
          <p:cNvSpPr txBox="1"/>
          <p:nvPr/>
        </p:nvSpPr>
        <p:spPr>
          <a:xfrm>
            <a:off x="8273142" y="2137282"/>
            <a:ext cx="3698519" cy="4154984"/>
          </a:xfrm>
          <a:prstGeom prst="rect">
            <a:avLst/>
          </a:prstGeom>
        </p:spPr>
        <p:txBody>
          <a:bodyPr wrap="square" rtlCol="0">
            <a:spAutoFit/>
          </a:bodyPr>
          <a:lstStyle/>
          <a:p>
            <a:pPr marL="285750" indent="-285750">
              <a:lnSpc>
                <a:spcPct val="100000"/>
              </a:lnSpc>
              <a:spcBef>
                <a:spcPts val="0"/>
              </a:spcBef>
              <a:buFont typeface="Arial" panose="020B0604020202020204" pitchFamily="34" charset="0"/>
              <a:buChar char="•"/>
            </a:pPr>
            <a:r>
              <a:rPr lang="en-US" sz="1200" dirty="0">
                <a:latin typeface="Posterama" panose="020B0504020200020000" pitchFamily="34" charset="0"/>
                <a:ea typeface="微软雅黑"/>
                <a:cs typeface="Posterama" panose="020B0504020200020000" pitchFamily="34" charset="0"/>
              </a:rPr>
              <a:t>When we look at EPSP’s subcategories, one of the first things that jumps out is how many complaints fall under “Other”. This is a sign that many complaints aren’t being categorized properly, which makes it harder to pinpoint exact issues happening in the checkpoint.</a:t>
            </a:r>
          </a:p>
          <a:p>
            <a:pPr marL="285750" indent="-285750">
              <a:lnSpc>
                <a:spcPct val="100000"/>
              </a:lnSpc>
              <a:spcBef>
                <a:spcPts val="0"/>
              </a:spcBef>
              <a:buFont typeface="Arial" panose="020B0604020202020204" pitchFamily="34" charset="0"/>
              <a:buChar char="•"/>
            </a:pPr>
            <a:r>
              <a:rPr lang="en-US" sz="1200" dirty="0">
                <a:latin typeface="Posterama" panose="020B0504020200020000" pitchFamily="34" charset="0"/>
                <a:ea typeface="微软雅黑"/>
                <a:cs typeface="Posterama" panose="020B0504020200020000" pitchFamily="34" charset="0"/>
              </a:rPr>
              <a:t>TSA </a:t>
            </a:r>
            <a:r>
              <a:rPr lang="en-US" sz="1200" dirty="0" err="1">
                <a:latin typeface="Posterama" panose="020B0504020200020000" pitchFamily="34" charset="0"/>
                <a:ea typeface="微软雅黑"/>
                <a:cs typeface="Posterama" panose="020B0504020200020000" pitchFamily="34" charset="0"/>
              </a:rPr>
              <a:t>PreCheck</a:t>
            </a:r>
            <a:r>
              <a:rPr lang="en-US" sz="1200" dirty="0">
                <a:latin typeface="Posterama" panose="020B0504020200020000" pitchFamily="34" charset="0"/>
                <a:ea typeface="微软雅黑"/>
                <a:cs typeface="Posterama" panose="020B0504020200020000" pitchFamily="34" charset="0"/>
              </a:rPr>
              <a:t>-related complaints have been consistently visible across the years. They tend to spike during busy travel seasons when lane availability, staffing, and passenger expectations are all stretched thin. </a:t>
            </a:r>
          </a:p>
          <a:p>
            <a:pPr marL="285750" indent="-285750">
              <a:lnSpc>
                <a:spcPct val="100000"/>
              </a:lnSpc>
              <a:spcBef>
                <a:spcPts val="0"/>
              </a:spcBef>
              <a:buFont typeface="Arial" panose="020B0604020202020204" pitchFamily="34" charset="0"/>
              <a:buChar char="•"/>
            </a:pPr>
            <a:r>
              <a:rPr lang="en-US" sz="1200" dirty="0">
                <a:latin typeface="Posterama" panose="020B0504020200020000" pitchFamily="34" charset="0"/>
                <a:ea typeface="微软雅黑"/>
                <a:cs typeface="Posterama" panose="020B0504020200020000" pitchFamily="34" charset="0"/>
              </a:rPr>
              <a:t>The surge in EPSP complaints around 2021-2022 lines up with the rapid return of travel. That period was marked by high passenger volume but slower operational recovery, which likely contributed to passenger frustration.</a:t>
            </a:r>
          </a:p>
          <a:p>
            <a:pPr marL="285750" indent="-285750">
              <a:lnSpc>
                <a:spcPct val="100000"/>
              </a:lnSpc>
              <a:spcBef>
                <a:spcPts val="0"/>
              </a:spcBef>
              <a:buFont typeface="Arial" panose="020B0604020202020204" pitchFamily="34" charset="0"/>
              <a:buChar char="•"/>
            </a:pPr>
            <a:r>
              <a:rPr lang="en-US" sz="1200" dirty="0">
                <a:latin typeface="Posterama" panose="020B0504020200020000" pitchFamily="34" charset="0"/>
                <a:ea typeface="微软雅黑"/>
                <a:cs typeface="Posterama" panose="020B0504020200020000" pitchFamily="34" charset="0"/>
              </a:rPr>
              <a:t>These patterns point to a combination of inconsistent implementation, communication challenges, and lingering recovery-period stress. </a:t>
            </a:r>
          </a:p>
        </p:txBody>
      </p:sp>
    </p:spTree>
    <p:extLst>
      <p:ext uri="{BB962C8B-B14F-4D97-AF65-F5344CB8AC3E}">
        <p14:creationId xmlns:p14="http://schemas.microsoft.com/office/powerpoint/2010/main" val="2478079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lumMod val="75000"/>
            <a:alpha val="2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75459-FFA2-2946-569F-3912715E0E6B}"/>
              </a:ext>
            </a:extLst>
          </p:cNvPr>
          <p:cNvSpPr>
            <a:spLocks noGrp="1"/>
          </p:cNvSpPr>
          <p:nvPr>
            <p:ph type="title"/>
          </p:nvPr>
        </p:nvSpPr>
        <p:spPr>
          <a:xfrm>
            <a:off x="587829" y="507076"/>
            <a:ext cx="11316788" cy="1115434"/>
          </a:xfrm>
        </p:spPr>
        <p:txBody>
          <a:bodyPr/>
          <a:lstStyle/>
          <a:p>
            <a:r>
              <a:rPr lang="en-US" sz="3600" dirty="0"/>
              <a:t>How Consistent are Airports? Variability Across Categories</a:t>
            </a:r>
          </a:p>
        </p:txBody>
      </p:sp>
      <p:sp>
        <p:nvSpPr>
          <p:cNvPr id="3" name="Chart Placeholder 2">
            <a:extLst>
              <a:ext uri="{FF2B5EF4-FFF2-40B4-BE49-F238E27FC236}">
                <a16:creationId xmlns:a16="http://schemas.microsoft.com/office/drawing/2014/main" id="{D308F283-843F-8B3D-2814-B079308228DA}"/>
              </a:ext>
            </a:extLst>
          </p:cNvPr>
          <p:cNvSpPr>
            <a:spLocks noGrp="1"/>
          </p:cNvSpPr>
          <p:nvPr>
            <p:ph type="chart" sz="quarter" idx="27"/>
          </p:nvPr>
        </p:nvSpPr>
        <p:spPr>
          <a:xfrm>
            <a:off x="8530046" y="2021466"/>
            <a:ext cx="3566160" cy="4464781"/>
          </a:xfrm>
        </p:spPr>
        <p:txBody>
          <a:bodyPr/>
          <a:lstStyle/>
          <a:p>
            <a:r>
              <a:rPr lang="en-US" sz="1600" dirty="0"/>
              <a:t>When we compare complaint volumes across all airports for each category, most categories show very little movement. In many cases, airports report almost no complaints at all.</a:t>
            </a:r>
          </a:p>
          <a:p>
            <a:r>
              <a:rPr lang="en-US" sz="1600" dirty="0"/>
              <a:t>EPSP, however, shows a completely different pattern. Some airports have extremely high counts, while others have very few, indicating uneven implementation across the system.</a:t>
            </a:r>
          </a:p>
          <a:p>
            <a:r>
              <a:rPr lang="en-US" sz="1600" dirty="0"/>
              <a:t>Overall, this chart reinforces the idea that improving EPSP consistency could significantly improve the traveler experience nationwide. </a:t>
            </a:r>
          </a:p>
        </p:txBody>
      </p:sp>
      <p:sp>
        <p:nvSpPr>
          <p:cNvPr id="5" name="Slide Number Placeholder 4">
            <a:extLst>
              <a:ext uri="{FF2B5EF4-FFF2-40B4-BE49-F238E27FC236}">
                <a16:creationId xmlns:a16="http://schemas.microsoft.com/office/drawing/2014/main" id="{A46FB48F-042E-5A59-F33E-1A48DD8E97A5}"/>
              </a:ext>
            </a:extLst>
          </p:cNvPr>
          <p:cNvSpPr>
            <a:spLocks noGrp="1"/>
          </p:cNvSpPr>
          <p:nvPr>
            <p:ph type="sldNum" sz="quarter" idx="29"/>
          </p:nvPr>
        </p:nvSpPr>
        <p:spPr/>
        <p:txBody>
          <a:bodyPr/>
          <a:lstStyle/>
          <a:p>
            <a:fld id="{47FEACEE-25B4-4A2D-B147-27296E36371D}" type="slidenum">
              <a:rPr lang="en-US" altLang="zh-CN" smtClean="0"/>
              <a:pPr/>
              <a:t>7</a:t>
            </a:fld>
            <a:endParaRPr lang="en-US" altLang="zh-CN" dirty="0"/>
          </a:p>
        </p:txBody>
      </p:sp>
      <p:pic>
        <p:nvPicPr>
          <p:cNvPr id="7" name="Picture 6">
            <a:extLst>
              <a:ext uri="{FF2B5EF4-FFF2-40B4-BE49-F238E27FC236}">
                <a16:creationId xmlns:a16="http://schemas.microsoft.com/office/drawing/2014/main" id="{F793CE96-ECFB-01D5-660A-12CBD239EC2A}"/>
              </a:ext>
            </a:extLst>
          </p:cNvPr>
          <p:cNvPicPr>
            <a:picLocks noChangeAspect="1"/>
          </p:cNvPicPr>
          <p:nvPr/>
        </p:nvPicPr>
        <p:blipFill>
          <a:blip r:embed="rId2"/>
          <a:stretch>
            <a:fillRect/>
          </a:stretch>
        </p:blipFill>
        <p:spPr>
          <a:xfrm>
            <a:off x="95794" y="1846217"/>
            <a:ext cx="8186937" cy="4343938"/>
          </a:xfrm>
          <a:prstGeom prst="rect">
            <a:avLst/>
          </a:prstGeom>
        </p:spPr>
      </p:pic>
    </p:spTree>
    <p:extLst>
      <p:ext uri="{BB962C8B-B14F-4D97-AF65-F5344CB8AC3E}">
        <p14:creationId xmlns:p14="http://schemas.microsoft.com/office/powerpoint/2010/main" val="567211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75000"/>
            <a:alpha val="20000"/>
          </a:schemeClr>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31C7500-E032-DBB5-A780-8247E3B7367B}"/>
              </a:ext>
            </a:extLst>
          </p:cNvPr>
          <p:cNvSpPr>
            <a:spLocks noGrp="1"/>
          </p:cNvSpPr>
          <p:nvPr>
            <p:ph type="sldNum" sz="quarter" idx="53"/>
          </p:nvPr>
        </p:nvSpPr>
        <p:spPr/>
        <p:txBody>
          <a:bodyPr/>
          <a:lstStyle/>
          <a:p>
            <a:fld id="{47FEACEE-25B4-4A2D-B147-27296E36371D}" type="slidenum">
              <a:rPr lang="en-US" altLang="zh-CN" noProof="0" smtClean="0"/>
              <a:pPr/>
              <a:t>8</a:t>
            </a:fld>
            <a:endParaRPr lang="en-US" altLang="zh-CN" noProof="0" dirty="0"/>
          </a:p>
        </p:txBody>
      </p:sp>
      <p:sp>
        <p:nvSpPr>
          <p:cNvPr id="7" name="Text Placeholder 6">
            <a:extLst>
              <a:ext uri="{FF2B5EF4-FFF2-40B4-BE49-F238E27FC236}">
                <a16:creationId xmlns:a16="http://schemas.microsoft.com/office/drawing/2014/main" id="{E8D4C5A2-374D-0814-8956-3F1C1A493346}"/>
              </a:ext>
            </a:extLst>
          </p:cNvPr>
          <p:cNvSpPr>
            <a:spLocks noGrp="1"/>
          </p:cNvSpPr>
          <p:nvPr>
            <p:ph type="body" sz="quarter" idx="28"/>
          </p:nvPr>
        </p:nvSpPr>
        <p:spPr>
          <a:xfrm>
            <a:off x="26578" y="3178917"/>
            <a:ext cx="4384643" cy="2044998"/>
          </a:xfrm>
        </p:spPr>
        <p:txBody>
          <a:bodyPr/>
          <a:lstStyle/>
          <a:p>
            <a:pPr marL="285750" indent="-285750">
              <a:buFont typeface="Arial" panose="020B0604020202020204" pitchFamily="34" charset="0"/>
              <a:buChar char="•"/>
            </a:pPr>
            <a:r>
              <a:rPr lang="en-US" sz="1400" dirty="0"/>
              <a:t>When we map EPSP complaints across the country, we can see that this isn’t a regional issue.</a:t>
            </a:r>
          </a:p>
          <a:p>
            <a:pPr marL="285750" indent="-285750">
              <a:buFont typeface="Arial" panose="020B0604020202020204" pitchFamily="34" charset="0"/>
              <a:buChar char="•"/>
            </a:pPr>
            <a:r>
              <a:rPr lang="en-US" sz="1400" dirty="0"/>
              <a:t>The biggest concentrations appear at major hubs. Airports like LAX, JFK, ATL, DEN, and MIA consistently stand out. These locations handle big passenger volumes, including a high number of </a:t>
            </a:r>
            <a:r>
              <a:rPr lang="en-US" sz="1400" dirty="0" err="1"/>
              <a:t>PreCheck</a:t>
            </a:r>
            <a:r>
              <a:rPr lang="en-US" sz="1400" dirty="0"/>
              <a:t> travelers. </a:t>
            </a:r>
          </a:p>
          <a:p>
            <a:pPr marL="285750" indent="-285750">
              <a:buFont typeface="Arial" panose="020B0604020202020204" pitchFamily="34" charset="0"/>
              <a:buChar char="•"/>
            </a:pPr>
            <a:r>
              <a:rPr lang="en-US" sz="1400" dirty="0"/>
              <a:t>What this suggests is that targeted improvements at these specific hubs could have an outsized effect on reducing EPSP complaints nationwide.</a:t>
            </a:r>
          </a:p>
          <a:p>
            <a:pPr marL="285750" indent="-285750">
              <a:buFont typeface="Arial" panose="020B0604020202020204" pitchFamily="34" charset="0"/>
              <a:buChar char="•"/>
            </a:pPr>
            <a:r>
              <a:rPr lang="en-US" sz="1400" dirty="0"/>
              <a:t>This also aligns with the earlier charts: a small number of key airports are carrying much of the pressure. </a:t>
            </a:r>
          </a:p>
        </p:txBody>
      </p:sp>
      <p:sp>
        <p:nvSpPr>
          <p:cNvPr id="9" name="Title 8">
            <a:extLst>
              <a:ext uri="{FF2B5EF4-FFF2-40B4-BE49-F238E27FC236}">
                <a16:creationId xmlns:a16="http://schemas.microsoft.com/office/drawing/2014/main" id="{7E4B890F-7C3F-0ED4-215C-426A456EE166}"/>
              </a:ext>
            </a:extLst>
          </p:cNvPr>
          <p:cNvSpPr>
            <a:spLocks noGrp="1"/>
          </p:cNvSpPr>
          <p:nvPr>
            <p:ph type="title"/>
          </p:nvPr>
        </p:nvSpPr>
        <p:spPr>
          <a:xfrm>
            <a:off x="-16549" y="1359515"/>
            <a:ext cx="5117162" cy="1325563"/>
          </a:xfrm>
        </p:spPr>
        <p:txBody>
          <a:bodyPr/>
          <a:lstStyle/>
          <a:p>
            <a:r>
              <a:rPr lang="en-US" dirty="0"/>
              <a:t>Mapping the Issue: Where EPSP Complaints are Concentrated</a:t>
            </a:r>
          </a:p>
        </p:txBody>
      </p:sp>
      <p:pic>
        <p:nvPicPr>
          <p:cNvPr id="12" name="Picture 11" descr="A map of the united states&#10;&#10;AI-generated content may be incorrect.">
            <a:extLst>
              <a:ext uri="{FF2B5EF4-FFF2-40B4-BE49-F238E27FC236}">
                <a16:creationId xmlns:a16="http://schemas.microsoft.com/office/drawing/2014/main" id="{713FBFED-2675-C2AA-F78C-5DA60750DBF4}"/>
              </a:ext>
            </a:extLst>
          </p:cNvPr>
          <p:cNvPicPr>
            <a:picLocks noChangeAspect="1"/>
          </p:cNvPicPr>
          <p:nvPr/>
        </p:nvPicPr>
        <p:blipFill>
          <a:blip r:embed="rId3"/>
          <a:srcRect l="34204"/>
          <a:stretch>
            <a:fillRect/>
          </a:stretch>
        </p:blipFill>
        <p:spPr>
          <a:xfrm>
            <a:off x="4513262" y="1542362"/>
            <a:ext cx="7678738" cy="4259112"/>
          </a:xfrm>
          <a:prstGeom prst="rect">
            <a:avLst/>
          </a:prstGeom>
        </p:spPr>
      </p:pic>
    </p:spTree>
    <p:extLst>
      <p:ext uri="{BB962C8B-B14F-4D97-AF65-F5344CB8AC3E}">
        <p14:creationId xmlns:p14="http://schemas.microsoft.com/office/powerpoint/2010/main" val="32955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Placeholder 19" descr="A group of people standing in a line&#10;&#10;AI-generated content may be incorrect.">
            <a:extLst>
              <a:ext uri="{FF2B5EF4-FFF2-40B4-BE49-F238E27FC236}">
                <a16:creationId xmlns:a16="http://schemas.microsoft.com/office/drawing/2014/main" id="{9B1A1746-DA66-3F0B-435E-953DD241DDF5}"/>
              </a:ext>
            </a:extLst>
          </p:cNvPr>
          <p:cNvPicPr>
            <a:picLocks noGrp="1" noChangeAspect="1"/>
          </p:cNvPicPr>
          <p:nvPr>
            <p:ph type="pic" sz="quarter" idx="48"/>
          </p:nvPr>
        </p:nvPicPr>
        <p:blipFill>
          <a:blip r:embed="rId2">
            <a:extLst>
              <a:ext uri="{837473B0-CC2E-450A-ABE3-18F120FF3D39}">
                <a1611:picAttrSrcUrl xmlns:a1611="http://schemas.microsoft.com/office/drawing/2016/11/main" r:id="rId3"/>
              </a:ext>
            </a:extLst>
          </a:blip>
          <a:srcRect l="21922" r="21922"/>
          <a:stretch>
            <a:fillRect/>
          </a:stretch>
        </p:blipFill>
        <p:spPr/>
      </p:pic>
      <p:sp>
        <p:nvSpPr>
          <p:cNvPr id="3" name="Text Placeholder 2">
            <a:extLst>
              <a:ext uri="{FF2B5EF4-FFF2-40B4-BE49-F238E27FC236}">
                <a16:creationId xmlns:a16="http://schemas.microsoft.com/office/drawing/2014/main" id="{A94639A2-74B8-1BE6-901E-B893861F6594}"/>
              </a:ext>
            </a:extLst>
          </p:cNvPr>
          <p:cNvSpPr>
            <a:spLocks noGrp="1"/>
          </p:cNvSpPr>
          <p:nvPr>
            <p:ph type="body" sz="quarter" idx="28"/>
          </p:nvPr>
        </p:nvSpPr>
        <p:spPr>
          <a:xfrm>
            <a:off x="484631" y="1710758"/>
            <a:ext cx="5883117" cy="4414620"/>
          </a:xfrm>
        </p:spPr>
        <p:txBody>
          <a:bodyPr/>
          <a:lstStyle/>
          <a:p>
            <a:pPr marL="285750" indent="-285750">
              <a:buFont typeface="Arial" panose="020B0604020202020204" pitchFamily="34" charset="0"/>
              <a:buChar char="•"/>
            </a:pPr>
            <a:r>
              <a:rPr lang="en-US" sz="1400" dirty="0"/>
              <a:t>Across all the charts, one message keeps coming forward: The EPSP is the primary driver of TSA complaints nationwide. It shows the highest volumes, the widest variability across airports, and the largest number of uncategorized submissions, making it the clearest area for improvement.</a:t>
            </a:r>
          </a:p>
          <a:p>
            <a:pPr marL="285750" indent="-285750">
              <a:buFont typeface="Arial" panose="020B0604020202020204" pitchFamily="34" charset="0"/>
              <a:buChar char="•"/>
            </a:pPr>
            <a:r>
              <a:rPr lang="en-US" sz="1400" dirty="0"/>
              <a:t>A small number of airports, major hubs with the highest traffic, consistently generate a disproportionate share of complaints. This means that targeted improvements in these key locations could significantly reduce complaints nationwide. </a:t>
            </a:r>
          </a:p>
          <a:p>
            <a:pPr marL="285750" indent="-285750">
              <a:buFont typeface="Arial" panose="020B0604020202020204" pitchFamily="34" charset="0"/>
              <a:buChar char="•"/>
            </a:pPr>
            <a:r>
              <a:rPr lang="en-US" sz="1400" dirty="0"/>
              <a:t>Data quality is also playing a role. The high number of “Other” EPSP complaints makes it harder to pinpoint the root cause of traveler frustration. Improving how complaints are categorized can enable the TSA to better understand and respond to operational gaps. </a:t>
            </a:r>
          </a:p>
          <a:p>
            <a:pPr marL="285750" indent="-285750">
              <a:buFont typeface="Arial" panose="020B0604020202020204" pitchFamily="34" charset="0"/>
              <a:buChar char="•"/>
            </a:pPr>
            <a:r>
              <a:rPr lang="en-US" sz="1400" dirty="0"/>
              <a:t>To improve, TSA should strengthen communication around </a:t>
            </a:r>
            <a:r>
              <a:rPr lang="en-US" sz="1400" dirty="0" err="1"/>
              <a:t>PreCheck</a:t>
            </a:r>
            <a:r>
              <a:rPr lang="en-US" sz="1400" dirty="0"/>
              <a:t> and EPSP; including eligibility, lane availability, and wait-time expectations to reduce traveler uncertainty. </a:t>
            </a:r>
          </a:p>
          <a:p>
            <a:pPr marL="285750" indent="-285750">
              <a:buFont typeface="Arial" panose="020B0604020202020204" pitchFamily="34" charset="0"/>
              <a:buChar char="•"/>
            </a:pPr>
            <a:r>
              <a:rPr lang="en-US" sz="1400" dirty="0"/>
              <a:t>By focusing on EPSP performance and standardizing processes at key locations, TSA can reduce nationwide complaint volume, restore consistency, and deliver a smoother, more predictable screening experience for millions of travelers. </a:t>
            </a:r>
          </a:p>
        </p:txBody>
      </p:sp>
      <p:sp>
        <p:nvSpPr>
          <p:cNvPr id="4" name="Title 3">
            <a:extLst>
              <a:ext uri="{FF2B5EF4-FFF2-40B4-BE49-F238E27FC236}">
                <a16:creationId xmlns:a16="http://schemas.microsoft.com/office/drawing/2014/main" id="{F92CFC3F-750F-A36B-557A-C095583D7F4A}"/>
              </a:ext>
            </a:extLst>
          </p:cNvPr>
          <p:cNvSpPr>
            <a:spLocks noGrp="1"/>
          </p:cNvSpPr>
          <p:nvPr>
            <p:ph type="title"/>
          </p:nvPr>
        </p:nvSpPr>
        <p:spPr>
          <a:xfrm>
            <a:off x="449970" y="272159"/>
            <a:ext cx="9823998" cy="1325563"/>
          </a:xfrm>
        </p:spPr>
        <p:txBody>
          <a:bodyPr/>
          <a:lstStyle/>
          <a:p>
            <a:r>
              <a:rPr lang="en-US" dirty="0"/>
              <a:t>The Big Picture: What the Data Tells Us &amp; Where TSA Should Go Next </a:t>
            </a:r>
          </a:p>
        </p:txBody>
      </p:sp>
      <p:sp>
        <p:nvSpPr>
          <p:cNvPr id="6" name="Slide Number Placeholder 5">
            <a:extLst>
              <a:ext uri="{FF2B5EF4-FFF2-40B4-BE49-F238E27FC236}">
                <a16:creationId xmlns:a16="http://schemas.microsoft.com/office/drawing/2014/main" id="{7E7749B7-9897-91A8-9C0E-135B72425DAE}"/>
              </a:ext>
            </a:extLst>
          </p:cNvPr>
          <p:cNvSpPr>
            <a:spLocks noGrp="1"/>
          </p:cNvSpPr>
          <p:nvPr>
            <p:ph type="sldNum" sz="quarter" idx="50"/>
          </p:nvPr>
        </p:nvSpPr>
        <p:spPr/>
        <p:txBody>
          <a:bodyPr/>
          <a:lstStyle/>
          <a:p>
            <a:fld id="{47FEACEE-25B4-4A2D-B147-27296E36371D}" type="slidenum">
              <a:rPr lang="en-US" altLang="zh-CN" smtClean="0"/>
              <a:pPr/>
              <a:t>9</a:t>
            </a:fld>
            <a:endParaRPr lang="en-US" altLang="zh-CN" dirty="0"/>
          </a:p>
        </p:txBody>
      </p:sp>
    </p:spTree>
    <p:extLst>
      <p:ext uri="{BB962C8B-B14F-4D97-AF65-F5344CB8AC3E}">
        <p14:creationId xmlns:p14="http://schemas.microsoft.com/office/powerpoint/2010/main" val="3822986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CB1ED-F730-D21F-937B-9B8CC9BF2947}"/>
              </a:ext>
            </a:extLst>
          </p:cNvPr>
          <p:cNvSpPr>
            <a:spLocks noGrp="1"/>
          </p:cNvSpPr>
          <p:nvPr>
            <p:ph type="title"/>
          </p:nvPr>
        </p:nvSpPr>
        <p:spPr/>
        <p:txBody>
          <a:bodyPr/>
          <a:lstStyle/>
          <a:p>
            <a:r>
              <a:rPr lang="en-US" dirty="0"/>
              <a:t>Sources </a:t>
            </a:r>
          </a:p>
        </p:txBody>
      </p:sp>
      <p:sp>
        <p:nvSpPr>
          <p:cNvPr id="3" name="Table Placeholder 2">
            <a:extLst>
              <a:ext uri="{FF2B5EF4-FFF2-40B4-BE49-F238E27FC236}">
                <a16:creationId xmlns:a16="http://schemas.microsoft.com/office/drawing/2014/main" id="{878FED40-E6BB-987C-8490-94734E56E625}"/>
              </a:ext>
            </a:extLst>
          </p:cNvPr>
          <p:cNvSpPr>
            <a:spLocks noGrp="1"/>
          </p:cNvSpPr>
          <p:nvPr>
            <p:ph type="tbl" sz="quarter" idx="27"/>
          </p:nvPr>
        </p:nvSpPr>
        <p:spPr/>
        <p:txBody>
          <a:bodyPr/>
          <a:lstStyle/>
          <a:p>
            <a:r>
              <a:rPr lang="en-US" dirty="0">
                <a:hlinkClick r:id="rId2"/>
              </a:rPr>
              <a:t>https://github.com/data-liberation-project/tsa-complaint-counts/tree/main</a:t>
            </a:r>
            <a:endParaRPr lang="en-US" dirty="0"/>
          </a:p>
          <a:p>
            <a:r>
              <a:rPr lang="en-US"/>
              <a:t>https://github.com/ip2location/ip2location-iata-icao</a:t>
            </a:r>
            <a:endParaRPr lang="en-US" dirty="0"/>
          </a:p>
          <a:p>
            <a:r>
              <a:rPr lang="en-US" dirty="0"/>
              <a:t>https://www.tsa.gov/news/press/factsheets/tsa-glance-factsheet</a:t>
            </a:r>
          </a:p>
        </p:txBody>
      </p:sp>
      <p:sp>
        <p:nvSpPr>
          <p:cNvPr id="4" name="Footer Placeholder 3">
            <a:extLst>
              <a:ext uri="{FF2B5EF4-FFF2-40B4-BE49-F238E27FC236}">
                <a16:creationId xmlns:a16="http://schemas.microsoft.com/office/drawing/2014/main" id="{7E3FEB55-6E74-1EE7-DEDD-82FADFBDA24D}"/>
              </a:ext>
            </a:extLst>
          </p:cNvPr>
          <p:cNvSpPr>
            <a:spLocks noGrp="1"/>
          </p:cNvSpPr>
          <p:nvPr>
            <p:ph type="ftr" sz="quarter" idx="28"/>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0057B15-B81E-40E6-E707-4F1C178A5099}"/>
              </a:ext>
            </a:extLst>
          </p:cNvPr>
          <p:cNvSpPr>
            <a:spLocks noGrp="1"/>
          </p:cNvSpPr>
          <p:nvPr>
            <p:ph type="sldNum" sz="quarter" idx="29"/>
          </p:nvPr>
        </p:nvSpPr>
        <p:spPr/>
        <p:txBody>
          <a:bodyPr/>
          <a:lstStyle/>
          <a:p>
            <a:fld id="{47FEACEE-25B4-4A2D-B147-27296E36371D}" type="slidenum">
              <a:rPr lang="en-US" altLang="zh-CN" smtClean="0"/>
              <a:pPr/>
              <a:t>10</a:t>
            </a:fld>
            <a:endParaRPr lang="en-US" altLang="zh-CN" dirty="0"/>
          </a:p>
        </p:txBody>
      </p:sp>
    </p:spTree>
    <p:extLst>
      <p:ext uri="{BB962C8B-B14F-4D97-AF65-F5344CB8AC3E}">
        <p14:creationId xmlns:p14="http://schemas.microsoft.com/office/powerpoint/2010/main" val="2722559641"/>
      </p:ext>
    </p:extLst>
  </p:cSld>
  <p:clrMapOvr>
    <a:masterClrMapping/>
  </p:clrMapOvr>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Light Presentation_win32_v5" id="{045A9B2F-7300-4673-816B-F1EB3C673B2C}" vid="{27F8BD87-6984-44CA-8D4F-354B20CB0C1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0AD9BE2-6B3D-4616-B044-300A8177DEA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4CFA8B0-C7B8-4655-A378-2962C04794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5515263-A3DE-4193-B6AA-5C449C94519F}">
  <ds:schemaRefs>
    <ds:schemaRef ds:uri="http://schemas.microsoft.com/sharepoint/v3/contenttype/forms"/>
  </ds:schemaRefs>
</ds:datastoreItem>
</file>

<file path=docMetadata/LabelInfo.xml><?xml version="1.0" encoding="utf-8"?>
<clbl:labelList xmlns:clbl="http://schemas.microsoft.com/office/2020/mipLabelMetadata">
  <clbl:label id="{cfa792cf-7768-4341-8857-81754c2afa1f}" enabled="0" method="" siteId="{cfa792cf-7768-4341-8857-81754c2afa1f}" removed="1"/>
</clbl:labelList>
</file>

<file path=docProps/app.xml><?xml version="1.0" encoding="utf-8"?>
<Properties xmlns="http://schemas.openxmlformats.org/officeDocument/2006/extended-properties" xmlns:vt="http://schemas.openxmlformats.org/officeDocument/2006/docPropsVTypes">
  <Template>Hexagon presentation light</Template>
  <TotalTime>104</TotalTime>
  <Words>1150</Words>
  <Application>Microsoft Office PowerPoint</Application>
  <PresentationFormat>Widescreen</PresentationFormat>
  <Paragraphs>67</Paragraphs>
  <Slides>10</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等线</vt:lpstr>
      <vt:lpstr>Abadi</vt:lpstr>
      <vt:lpstr>Arial</vt:lpstr>
      <vt:lpstr>Calibri</vt:lpstr>
      <vt:lpstr>Posterama</vt:lpstr>
      <vt:lpstr>Posterama Text Black</vt:lpstr>
      <vt:lpstr>Posterama Text SemiBold</vt:lpstr>
      <vt:lpstr>Custom​​</vt:lpstr>
      <vt:lpstr>TSA Complaint Analysis: A Review of National Complaint Patterns Across U.S. Airports</vt:lpstr>
      <vt:lpstr>What This Analysis Reveals </vt:lpstr>
      <vt:lpstr>TSA Complaints Over Time</vt:lpstr>
      <vt:lpstr>Identifying Pressure Points: Airports with the Highest Complaints</vt:lpstr>
      <vt:lpstr>What Travelers Are Struggling With Most </vt:lpstr>
      <vt:lpstr>Digging Into EPSP: What’s Driving the Complaints?</vt:lpstr>
      <vt:lpstr>How Consistent are Airports? Variability Across Categories</vt:lpstr>
      <vt:lpstr>Mapping the Issue: Where EPSP Complaints are Concentrated</vt:lpstr>
      <vt:lpstr>The Big Picture: What the Data Tells Us &amp; Where TSA Should Go Next </vt:lpstr>
      <vt:lpstr>Sources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Joanna Sierra-Mendoza</dc:creator>
  <cp:lastModifiedBy>Joanna Sierra-Mendoza</cp:lastModifiedBy>
  <cp:revision>1</cp:revision>
  <dcterms:created xsi:type="dcterms:W3CDTF">2025-11-16T22:19:34Z</dcterms:created>
  <dcterms:modified xsi:type="dcterms:W3CDTF">2025-11-17T04:56:06Z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